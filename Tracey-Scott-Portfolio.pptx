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E2761"/>
                </a:solidFill>
                <a:latin typeface="Arial"/>
              </a:rPr>
              <a:t>Incidents Trend (6 mo)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Incidents Detected</c:v>
                </c:pt>
              </c:strCache>
            </c:strRef>
          </c:tx>
          <c:spPr>
            <a:solidFill>
              <a:srgbClr val="F59E0B"/>
            </a:solidFill>
            <a:ln w="381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9</c:v>
                </c:pt>
                <c:pt idx="2">
                  <c:v>7</c:v>
                </c:pt>
                <c:pt idx="3">
                  <c:v>5</c:v>
                </c:pt>
                <c:pt idx="4">
                  <c:v>4</c:v>
                </c:pt>
                <c:pt idx="5">
                  <c:v>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E2761"/>
                </a:solidFill>
                <a:latin typeface="Arial"/>
              </a:rPr>
              <a:t>Endpoint Protection Coverage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Endpoints Protected</c:v>
                </c:pt>
                <c:pt idx="1">
                  <c:v>Pending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96</c:v>
                </c:pt>
                <c:pt idx="1">
                  <c:v>4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Proficiency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Cloud Security</c:v>
                  </c:pt>
                  <c:pt idx="1">
                    <c:v>IAM/RBAC</c:v>
                  </c:pt>
                  <c:pt idx="2">
                    <c:v>IDS/IPS</c:v>
                  </c:pt>
                  <c:pt idx="3">
                    <c:v>LLM / Machine Learning</c:v>
                  </c:pt>
                  <c:pt idx="4">
                    <c:v>Python/SQL</c:v>
                  </c:pt>
                  <c:pt idx="5">
                    <c:v>Power BI</c:v>
                  </c:pt>
                  <c:pt idx="6">
                    <c:v>Excel</c:v>
                  </c:pt>
                  <c:pt idx="7">
                    <c:v>Virtualization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92</c:v>
                </c:pt>
                <c:pt idx="1">
                  <c:v>95</c:v>
                </c:pt>
                <c:pt idx="2">
                  <c:v>88</c:v>
                </c:pt>
                <c:pt idx="3">
                  <c:v>84</c:v>
                </c:pt>
                <c:pt idx="4">
                  <c:v>90</c:v>
                </c:pt>
                <c:pt idx="5">
                  <c:v>93</c:v>
                </c:pt>
                <c:pt idx="6">
                  <c:v>95</c:v>
                </c:pt>
                <c:pt idx="7">
                  <c:v>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20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TRACEY SCOTT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2971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• Cloud Infrastructure • SOC Analysis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794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IT Operations Manager &amp; Business Analyst  |  Greenville, SC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59E0B"/>
                </a:solidFill>
              </a:rPr>
              <a:t>Portfolio Deck  •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 Am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669280" cy="5120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51206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Cybersecurity-focused IT leader with 5+ years building and securing enterprise cloud and hybrid infrastructure in fast-paced startup environments.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translate business risk into actionable security strategy — architecting frameworks, governance, and monitoring that protect data while enabling growth.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leading IT Operations at RightPath Insurance, Cybersecurity and CISSP - certified.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92240" y="1188720"/>
            <a:ext cx="2514600" cy="2194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0" y="1188720"/>
            <a:ext cx="25146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0" y="1508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5+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92240" y="25603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Years Experience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89720" y="1188720"/>
            <a:ext cx="2514600" cy="2194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Shape 8"/>
          <p:cNvSpPr/>
          <p:nvPr/>
        </p:nvSpPr>
        <p:spPr>
          <a:xfrm>
            <a:off x="9189720" y="1188720"/>
            <a:ext cx="25146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9189720" y="1508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89720" y="25603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Months to Full Security Framework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3657600"/>
            <a:ext cx="2514600" cy="2194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3657600"/>
            <a:ext cx="25146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397764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492240" y="50292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Predictive Model Accuracy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89720" y="3657600"/>
            <a:ext cx="2514600" cy="2194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Shape 16"/>
          <p:cNvSpPr/>
          <p:nvPr/>
        </p:nvSpPr>
        <p:spPr>
          <a:xfrm>
            <a:off x="9189720" y="3657600"/>
            <a:ext cx="25146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9189720" y="397764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9189720" y="50292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Clouds (AWS • Azure • GCP)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Knowledge &amp; Core Competencies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109728" cy="2468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258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Operations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IDS/IPS &amp; Firewall Admin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Endpoint / EDR &amp; MDM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Incident Response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Org Training via KnowBe4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309360" y="1188720"/>
            <a:ext cx="109728" cy="2468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3258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&amp; Infrastructure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29400" y="187452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AWS, Azure, GCP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IAM / RBAC / Azure AD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VMware, Hyper-V, Docker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M365 &amp; SaaS Admin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840480"/>
            <a:ext cx="109728" cy="2468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977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 &amp; Risk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77240" y="45262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GDPR, SOX, ITIL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Risk Assessment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Vulnerability Management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Security Policy Design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384048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3840480"/>
            <a:ext cx="109728" cy="2468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3977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Analytics &amp; Automation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629400" y="45262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PowerShell, Python, SQL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Excel (Pivot Tables, VLOOKUP)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Power BI, Tableau &amp; LLMs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Predictive Modeling &amp; Automation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Operations Dashboard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</a:rPr>
              <a:t>Executive view I built at RightPath to monitor posture, incidents, and compliance.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743200" cy="10058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99.8%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Uptime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417320"/>
            <a:ext cx="2743200" cy="10058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333756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33756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Critical Breaches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2743200" cy="10058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Threats Mitigated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98280" y="1417320"/>
            <a:ext cx="2743200" cy="10058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909828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9828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RBAC Coverage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57200" y="2651760"/>
          <a:ext cx="56692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Chart 1" descr=""/>
          <p:cNvGraphicFramePr/>
          <p:nvPr/>
        </p:nvGraphicFramePr>
        <p:xfrm>
          <a:off x="6400800" y="2651760"/>
          <a:ext cx="5303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Shape 14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5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Projects &amp; Achievements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Enterprise Security Framework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Architected endpoint, IDS/IPS, MDM, and access governance for startup in 6 months.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18872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118872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2044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Secure Multi-Cloud Deployment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2044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AWS + Azure infrastructure with IAM, RBAC, encryption, and least-privilege controls.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118872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118872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CRM Secure Deployment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Complete CRM build — coding, development, maintenance, secure auth, encryption, RBAC.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18872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9098280" y="118872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928116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28116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Executive Dashboards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8116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Power BI dashboards for incidents, compliance, and sales metrics — auditing, trends &amp; revenue forecasting.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79476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Incident Response &amp; KnowBe4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IR playbooks, remediation workflows, and org-wide KnowBe4 security awareness training.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37560" y="379476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9" name="Shape 27"/>
          <p:cNvSpPr/>
          <p:nvPr/>
        </p:nvSpPr>
        <p:spPr>
          <a:xfrm>
            <a:off x="3337560" y="379476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352044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52044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IT Ticketing System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52044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Built ticketing system for org-wide issue reporting, triage, and resolution tracking.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17920" y="379476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34" name="Shape 32"/>
          <p:cNvSpPr/>
          <p:nvPr/>
        </p:nvSpPr>
        <p:spPr>
          <a:xfrm>
            <a:off x="6217920" y="379476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Internal AI Chatbots (LLM)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LLM-powered chatbots for multiple departments with CRM, Microsoft 365, and SharePoint connectivity.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Proficiency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</a:rPr>
              <a:t>Self-assessed proficiency across the stack I use in production.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112471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3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Goals Met &amp; Surpassed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9144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MO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Full security framework stood up from zero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262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Predictive model accuracy delivered to stakeholders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4124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Reporting accuracy gain through data validation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400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RBAC / least-privilege coverage across hybrid env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45262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Critical incidents since framework rollout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4124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Public clouds secured and administered (AWS/Azure/GCP)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669280" cy="5120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</a:rPr>
              <a:t>Professional Goals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02920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Earned CISSP certification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Lead a cybersecurity operations team or SOC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Deepen cloud security automation &amp; IaC practice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Mentor women entering cybersecurity via RTC &amp; ISSA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Contribute to enterprise zero-trust architecture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92240" y="1051560"/>
            <a:ext cx="5212080" cy="5120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0" y="1051560"/>
            <a:ext cx="521208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13716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Connect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766560" y="210312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59E0B"/>
                </a:solidFill>
              </a:rPr>
              <a:t>Tracey Scott</a:t>
            </a:r>
            <a:endParaRPr lang="en-US" sz="14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400" i="1" dirty="0">
                <a:solidFill>
                  <a:srgbClr val="CADCFC"/>
                </a:solidFill>
              </a:rPr>
              <a:t>IT Operations Manager &amp; Business Analyst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Greenville, SC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(864) 775-2929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traceysscott82@gmail.com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linkedin.com/in/traceysscott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traceytheanalyst.github.io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Tracey Scott — Portfolio</dc:title>
  <dc:subject>PptxGenJS Presentation</dc:subject>
  <dc:creator>Tracey Scott</dc:creator>
  <cp:lastModifiedBy>Tracey Scott</cp:lastModifiedBy>
  <cp:revision>1</cp:revision>
  <dcterms:created xsi:type="dcterms:W3CDTF">2026-04-08T22:50:38Z</dcterms:created>
  <dcterms:modified xsi:type="dcterms:W3CDTF">2026-04-08T22:50:38Z</dcterms:modified>
</cp:coreProperties>
</file>