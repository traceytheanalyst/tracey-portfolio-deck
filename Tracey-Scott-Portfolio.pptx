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0E2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A0E27"/>
                </a:solidFill>
                <a:latin typeface="Arial"/>
              </a:rPr>
              <a:t>Incidents Trend (6 mo)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 Detected</c:v>
                </c:pt>
              </c:strCache>
            </c:strRef>
          </c:tx>
          <c:spPr>
            <a:solidFill>
              <a:srgbClr val="00F0FF"/>
            </a:solidFill>
            <a:ln w="38100" cap="flat">
              <a:solidFill>
                <a:srgbClr val="00F0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50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F0FF"/>
              </a:solidFill>
              <a:ln w="9525" cap="flat">
                <a:solidFill>
                  <a:srgbClr val="00F0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50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0E2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A0E27"/>
                </a:solidFill>
                <a:latin typeface="Arial"/>
              </a:rPr>
              <a:t>Endpoint Protection Coverage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0E27"/>
              </a:solidFill>
              <a:effectLst/>
            </c:spPr>
          </c:dPt>
          <c:dPt>
            <c:idx val="1"/>
            <c:bubble3D val="0"/>
            <c:spPr>
              <a:solidFill>
                <a:srgbClr val="E6F1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Endpoints Protected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spPr>
            <a:solidFill>
              <a:srgbClr val="0A0E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50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Cloud Security</c:v>
                  </c:pt>
                  <c:pt idx="1">
                    <c:v>IAM/RBAC</c:v>
                  </c:pt>
                  <c:pt idx="2">
                    <c:v>IDS/IPS</c:v>
                  </c:pt>
                  <c:pt idx="3">
                    <c:v>LLM / Machine Learning</c:v>
                  </c:pt>
                  <c:pt idx="4">
                    <c:v>Python/SQL</c:v>
                  </c:pt>
                  <c:pt idx="5">
                    <c:v>Power BI</c:v>
                  </c:pt>
                  <c:pt idx="6">
                    <c:v>Excel</c:v>
                  </c:pt>
                  <c:pt idx="7">
                    <c:v>Virtualization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95</c:v>
                </c:pt>
                <c:pt idx="2">
                  <c:v>88</c:v>
                </c:pt>
                <c:pt idx="3">
                  <c:v>84</c:v>
                </c:pt>
                <c:pt idx="4">
                  <c:v>90</c:v>
                </c:pt>
                <c:pt idx="5">
                  <c:v>93</c:v>
                </c:pt>
                <c:pt idx="6">
                  <c:v>95</c:v>
                </c:pt>
                <c:pt idx="7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50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508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TRACEY SCOTT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• Cloud Infrastructure • SOC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97280" cy="457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 Operations Manager &amp; Business Analyst  |  Greenville, SC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F0FF"/>
                </a:solidFill>
              </a:rPr>
              <a:t>Portfolio Deck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12064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50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Cybersecurity-focused IT leader with 5+ years building and securing enterprise cloud and hybrid infrastructure in fast-paced startup environments.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50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translate business risk into actionable security strategy — architecting frameworks, governance, and monitoring that protect data while enabling growth.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50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leading IT Operations at RightPath Insurance, Cybersecurity and CISSP - certified.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188720"/>
            <a:ext cx="2514600" cy="21945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188720"/>
            <a:ext cx="25146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08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92240" y="2560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</a:rPr>
              <a:t>Years Experience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89720" y="1188720"/>
            <a:ext cx="2514600" cy="21945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1188720"/>
            <a:ext cx="25146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1" name="Text 9"/>
          <p:cNvSpPr/>
          <p:nvPr/>
        </p:nvSpPr>
        <p:spPr>
          <a:xfrm>
            <a:off x="9189720" y="1508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89720" y="2560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</a:rPr>
              <a:t>Months to Full Security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657600"/>
            <a:ext cx="2514600" cy="21945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657600"/>
            <a:ext cx="25146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776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92240" y="5029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</a:rPr>
              <a:t>Predictive Model Accuracy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3657600"/>
            <a:ext cx="2514600" cy="21945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3657600"/>
            <a:ext cx="25146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9776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89720" y="5029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</a:rPr>
              <a:t>Clouds (AWS • Azure • GCP)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&amp; Core Competencies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09728" cy="2468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IDS/IPS &amp; Firewall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Endpoint / EDR &amp; MDM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Incident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Org Training via KnowBe4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188720"/>
            <a:ext cx="109728" cy="2468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Infrastructure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AWS, Azure, GCP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IAM / RBAC / Azure 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VMware, Hyper-V, Docker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M365 &amp; SaaS 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840480"/>
            <a:ext cx="109728" cy="2468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Risk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GDPR, SOX, ITIL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Risk Assessment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Vulnerability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Security Policy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840480"/>
            <a:ext cx="109728" cy="2468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Automation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5262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PowerShell, Python, 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Excel (Pivot Tables, VLOOKUP)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Power BI, Tableau &amp; LLMs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0816"/>
                </a:solidFill>
              </a:rPr>
              <a:t>Predictive Modeling &amp; Automation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Executive view I built at RightPath to monitor posture, incidents, and compliance.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10058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1FF"/>
                </a:solidFill>
              </a:rPr>
              <a:t>Uptime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743200" cy="10058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1FF"/>
                </a:solidFill>
              </a:rPr>
              <a:t>Critical Breaches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743200" cy="10058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1FF"/>
                </a:solidFill>
              </a:rPr>
              <a:t>Threats Mitigated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417320"/>
            <a:ext cx="2743200" cy="10058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1FF"/>
                </a:solidFill>
              </a:rPr>
              <a:t>RBAC Coverage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65176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6400800" y="26517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Projects &amp; 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Enterprise Security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Architected endpoint, IDS/IPS, MDM, and access governance for startup in 6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8872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Secure Multi-Cloud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AWS + Azure infrastructure with IAM, RBAC, encryption, and least-privilege controls.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8872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CRM Secure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Complete CRM build — coding, development, maintenance, secure auth, encryption, RBAC.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18872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098280" y="118872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Executive Dashboards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Power BI dashboards for incidents, compliance, and sales metrics — auditing, trends &amp; revenue forecasting.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Incident Response &amp; KnowBe4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IR playbooks, remediation workflows, and org-wide KnowBe4 security awareness training.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79476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560" y="379476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2044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IT Ticketing System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Built ticketing system for org-wide issue reporting, triage, and resolution tracking.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794760"/>
            <a:ext cx="2743200" cy="242316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3794760"/>
            <a:ext cx="274320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</a:rPr>
              <a:t>Internal AI Chatbots (LLM)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0816"/>
                </a:solidFill>
              </a:rPr>
              <a:t>LLM-powered chatbots for multiple departments with CRM, Microsoft 365, and SharePoint connectivity.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Proficiency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Self-assessed proficiency across the stack I use in production.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Met &amp; Surpassed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9144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Full security framework stood up from zero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Predictive model accuracy delivered to stakeholders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Reporting accuracy gain through data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RBAC / least-privilege coverage across hybrid env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8862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262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Critical incidents since framework rollout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703320" cy="2331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4124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Public clouds secured and administered (AWS/Azure/GCP)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120640"/>
          </a:xfrm>
          <a:prstGeom prst="rect">
            <a:avLst/>
          </a:prstGeom>
          <a:solidFill>
            <a:srgbClr val="E6F1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27"/>
                </a:solidFill>
              </a:rPr>
              <a:t>Professional Goals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816"/>
                </a:solidFill>
              </a:rPr>
              <a:t>Earned CISSP certification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816"/>
                </a:solidFill>
              </a:rPr>
              <a:t>Lead a cybersecurity operations team or SOC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816"/>
                </a:solidFill>
              </a:rPr>
              <a:t>Deepen cloud security automation &amp; IaC practice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816"/>
                </a:solidFill>
              </a:rPr>
              <a:t>Mentor women entering cybersecurity via RTC &amp; ISSA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50816"/>
                </a:solidFill>
              </a:rPr>
              <a:t>Contribute to enterprise zero-trust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051560"/>
            <a:ext cx="521208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Connect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6656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F0FF"/>
                </a:solidFill>
              </a:rPr>
              <a:t>Tracey Scott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6F1FF"/>
                </a:solidFill>
              </a:rPr>
              <a:t>IT Operations Manager &amp; Business Analyst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Greenville, SC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(864) 775-2929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traceysscott82@gmail.com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linkedin.com/in/traceysscott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cybertrace777.github.io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1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Tracey Scott — Portfolio</dc:title>
  <dc:subject>PptxGenJS Presentation</dc:subject>
  <dc:creator>Tracey Scott</dc:creator>
  <cp:lastModifiedBy>Tracey Scott</cp:lastModifiedBy>
  <cp:revision>1</cp:revision>
  <dcterms:created xsi:type="dcterms:W3CDTF">2026-04-08T23:26:33Z</dcterms:created>
  <dcterms:modified xsi:type="dcterms:W3CDTF">2026-04-08T23:26:33Z</dcterms:modified>
</cp:coreProperties>
</file>