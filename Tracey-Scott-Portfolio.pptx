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7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Light" panose="00000400000000000000" pitchFamily="2" charset="77"/>
      <p:regular r:id="rId47"/>
      <p:bold r:id="rId48"/>
      <p:italic r:id="rId49"/>
      <p:boldItalic r:id="rId50"/>
    </p:embeddedFont>
    <p:embeddedFont>
      <p:font typeface="Montserrat" pitchFamily="2" charset="77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11C7EFF-B079-44CD-85B6-E6D3598932AC}">
  <a:tblStyle styleId="{511C7EFF-B079-44CD-85B6-E6D3598932A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1CDC246-CD5F-43C5-B557-0B5EE2D38672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95"/>
    <p:restoredTop sz="94696"/>
  </p:normalViewPr>
  <p:slideViewPr>
    <p:cSldViewPr snapToGrid="0" snapToObjects="1">
      <p:cViewPr varScale="1">
        <p:scale>
          <a:sx n="74" d="100"/>
          <a:sy n="74" d="100"/>
        </p:scale>
        <p:origin x="168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54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49" Type="http://schemas.openxmlformats.org/officeDocument/2006/relationships/font" Target="fonts/font7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44" Type="http://schemas.openxmlformats.org/officeDocument/2006/relationships/font" Target="fonts/font2.fntdata"/><Relationship Id="rId52" Type="http://schemas.openxmlformats.org/officeDocument/2006/relationships/font" Target="fonts/font10.fntdata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606f1c2d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606f1c2d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5f391192_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5f391192_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5f391192_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5f391192_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5f391192_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5f391192_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5f391192_0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5f391192_0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5f391192_0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5f391192_0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5f391192_0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5f391192_0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5ed75ccf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5ed75ccf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5ed75ccf_0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5ed75ccf_0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5ed75ccf_0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5ed75ccf_0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5ed75ccf_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5ed75ccf_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5ed75ccf_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5ed75ccf_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5ed75ccf_0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35ed75ccf_0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5ed75ccf_0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35ed75ccf_0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5ed75ccf_0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5ed75ccf_0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b72d1cf2b1_0_15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b72d1cf2b1_0_15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855300" y="1363125"/>
            <a:ext cx="5110800" cy="241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0" y="2550906"/>
            <a:ext cx="719125" cy="41700"/>
            <a:chOff x="0" y="2550906"/>
            <a:chExt cx="719125" cy="41700"/>
          </a:xfrm>
        </p:grpSpPr>
        <p:sp>
          <p:nvSpPr>
            <p:cNvPr id="14" name="Google Shape;14;p2"/>
            <p:cNvSpPr/>
            <p:nvPr/>
          </p:nvSpPr>
          <p:spPr>
            <a:xfrm>
              <a:off x="0" y="255090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06425" y="255090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ctrTitle"/>
          </p:nvPr>
        </p:nvSpPr>
        <p:spPr>
          <a:xfrm>
            <a:off x="855300" y="1534047"/>
            <a:ext cx="5110800" cy="1159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855300" y="2714552"/>
            <a:ext cx="5110800" cy="4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solidFill>
                  <a:schemeClr val="lt2"/>
                </a:solidFill>
              </a:defRPr>
            </a:lvl1pPr>
            <a:lvl2pPr lvl="1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2pPr>
            <a:lvl3pPr lvl="2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3pPr>
            <a:lvl4pPr lvl="3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4pPr>
            <a:lvl5pPr lvl="4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5pPr>
            <a:lvl6pPr lvl="5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6pPr>
            <a:lvl7pPr lvl="6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7pPr>
            <a:lvl8pPr lvl="7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8pPr>
            <a:lvl9pPr lvl="8" rtl="0"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19" name="Google Shape;19;p3"/>
          <p:cNvGrpSpPr/>
          <p:nvPr/>
        </p:nvGrpSpPr>
        <p:grpSpPr>
          <a:xfrm>
            <a:off x="0" y="2550906"/>
            <a:ext cx="719125" cy="41700"/>
            <a:chOff x="0" y="2550906"/>
            <a:chExt cx="719125" cy="41700"/>
          </a:xfrm>
        </p:grpSpPr>
        <p:sp>
          <p:nvSpPr>
            <p:cNvPr id="20" name="Google Shape;20;p3"/>
            <p:cNvSpPr/>
            <p:nvPr/>
          </p:nvSpPr>
          <p:spPr>
            <a:xfrm>
              <a:off x="0" y="255090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506425" y="255090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855300" y="2161800"/>
            <a:ext cx="5307000" cy="819900"/>
          </a:xfrm>
          <a:prstGeom prst="rect">
            <a:avLst/>
          </a:prstGeom>
          <a:effectLst>
            <a:outerShdw blurRad="14288" dist="9525" dir="16560000" algn="bl" rotWithShape="0">
              <a:schemeClr val="accent1"/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1910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╸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‧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‧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●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○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■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●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○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419100" rtl="0">
              <a:spcBef>
                <a:spcPts val="800"/>
              </a:spcBef>
              <a:spcAft>
                <a:spcPts val="800"/>
              </a:spcAft>
              <a:buClr>
                <a:schemeClr val="accent5"/>
              </a:buClr>
              <a:buSzPts val="3000"/>
              <a:buFont typeface="Barlow"/>
              <a:buChar char="■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4"/>
          <p:cNvSpPr/>
          <p:nvPr/>
        </p:nvSpPr>
        <p:spPr>
          <a:xfrm>
            <a:off x="0" y="2550906"/>
            <a:ext cx="509100" cy="41700"/>
          </a:xfrm>
          <a:prstGeom prst="rect">
            <a:avLst/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506425" y="2550906"/>
            <a:ext cx="212700" cy="4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5307000" cy="30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rtl="0">
              <a:spcBef>
                <a:spcPts val="0"/>
              </a:spcBef>
              <a:spcAft>
                <a:spcPts val="0"/>
              </a:spcAft>
              <a:buSzPts val="2400"/>
              <a:buChar char="╸"/>
              <a:defRPr/>
            </a:lvl1pPr>
            <a:lvl2pPr marL="914400" lvl="1" indent="-381000" rtl="0">
              <a:spcBef>
                <a:spcPts val="800"/>
              </a:spcBef>
              <a:spcAft>
                <a:spcPts val="0"/>
              </a:spcAft>
              <a:buSzPts val="2400"/>
              <a:buChar char="‧"/>
              <a:defRPr/>
            </a:lvl2pPr>
            <a:lvl3pPr marL="1371600" lvl="2" indent="-381000" rtl="0">
              <a:spcBef>
                <a:spcPts val="800"/>
              </a:spcBef>
              <a:spcAft>
                <a:spcPts val="0"/>
              </a:spcAft>
              <a:buSzPts val="2400"/>
              <a:buChar char="‧"/>
              <a:defRPr/>
            </a:lvl3pPr>
            <a:lvl4pPr marL="1828800" lvl="3" indent="-381000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2286000" lvl="4" indent="-381000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2743200" lvl="5" indent="-381000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3200400" lvl="6" indent="-381000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3657600" lvl="7" indent="-381000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4114800" lvl="8" indent="-381000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31" name="Google Shape;31;p5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32" name="Google Shape;32;p5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5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1"/>
          </p:nvPr>
        </p:nvSpPr>
        <p:spPr>
          <a:xfrm>
            <a:off x="855275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SzPts val="2000"/>
              <a:buChar char="╸"/>
              <a:defRPr sz="2000"/>
            </a:lvl1pPr>
            <a:lvl2pPr marL="914400" lvl="1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2pPr>
            <a:lvl3pPr marL="1371600" lvl="2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3pPr>
            <a:lvl4pPr marL="1828800" lvl="3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80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800"/>
              </a:spcBef>
              <a:spcAft>
                <a:spcPts val="80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2"/>
          </p:nvPr>
        </p:nvSpPr>
        <p:spPr>
          <a:xfrm>
            <a:off x="3682698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SzPts val="2000"/>
              <a:buChar char="╸"/>
              <a:defRPr sz="2000"/>
            </a:lvl1pPr>
            <a:lvl2pPr marL="914400" lvl="1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2pPr>
            <a:lvl3pPr marL="1371600" lvl="2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3pPr>
            <a:lvl4pPr marL="1828800" lvl="3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80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800"/>
              </a:spcBef>
              <a:spcAft>
                <a:spcPts val="80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39" name="Google Shape;39;p6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40" name="Google Shape;40;p6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6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74334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1"/>
          </p:nvPr>
        </p:nvSpPr>
        <p:spPr>
          <a:xfrm>
            <a:off x="855300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╸"/>
              <a:defRPr sz="1800"/>
            </a:lvl1pPr>
            <a:lvl2pPr marL="914400" lvl="1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2pPr>
            <a:lvl3pPr marL="1371600" lvl="2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3pPr>
            <a:lvl4pPr marL="1828800" lvl="3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800"/>
              </a:spcBef>
              <a:spcAft>
                <a:spcPts val="8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2"/>
          </p:nvPr>
        </p:nvSpPr>
        <p:spPr>
          <a:xfrm>
            <a:off x="3414196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╸"/>
              <a:defRPr sz="1800"/>
            </a:lvl1pPr>
            <a:lvl2pPr marL="914400" lvl="1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2pPr>
            <a:lvl3pPr marL="1371600" lvl="2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3pPr>
            <a:lvl4pPr marL="1828800" lvl="3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800"/>
              </a:spcBef>
              <a:spcAft>
                <a:spcPts val="8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3"/>
          </p:nvPr>
        </p:nvSpPr>
        <p:spPr>
          <a:xfrm>
            <a:off x="5973091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╸"/>
              <a:defRPr sz="1800"/>
            </a:lvl1pPr>
            <a:lvl2pPr marL="914400" lvl="1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2pPr>
            <a:lvl3pPr marL="1371600" lvl="2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3pPr>
            <a:lvl4pPr marL="1828800" lvl="3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800"/>
              </a:spcBef>
              <a:spcAft>
                <a:spcPts val="8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8" name="Google Shape;48;p7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49" name="Google Shape;49;p7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7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4" name="Google Shape;54;p8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55" name="Google Shape;55;p8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body" idx="1"/>
          </p:nvPr>
        </p:nvSpPr>
        <p:spPr>
          <a:xfrm>
            <a:off x="855300" y="4406300"/>
            <a:ext cx="7433400" cy="3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rtl="0">
              <a:spcBef>
                <a:spcPts val="0"/>
              </a:spcBef>
              <a:spcAft>
                <a:spcPts val="800"/>
              </a:spcAft>
              <a:buSzPts val="1800"/>
              <a:buNone/>
              <a:defRPr sz="1800"/>
            </a:lvl1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60" name="Google Shape;60;p9"/>
          <p:cNvGrpSpPr/>
          <p:nvPr/>
        </p:nvGrpSpPr>
        <p:grpSpPr>
          <a:xfrm>
            <a:off x="0" y="4541156"/>
            <a:ext cx="719125" cy="41700"/>
            <a:chOff x="0" y="4541156"/>
            <a:chExt cx="719125" cy="41700"/>
          </a:xfrm>
        </p:grpSpPr>
        <p:sp>
          <p:nvSpPr>
            <p:cNvPr id="61" name="Google Shape;61;p9"/>
            <p:cNvSpPr/>
            <p:nvPr/>
          </p:nvSpPr>
          <p:spPr>
            <a:xfrm>
              <a:off x="0" y="454115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9"/>
            <p:cNvSpPr/>
            <p:nvPr/>
          </p:nvSpPr>
          <p:spPr>
            <a:xfrm>
              <a:off x="506425" y="454115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65" name="Google Shape;65;p10"/>
          <p:cNvGrpSpPr/>
          <p:nvPr/>
        </p:nvGrpSpPr>
        <p:grpSpPr>
          <a:xfrm>
            <a:off x="0" y="2550906"/>
            <a:ext cx="719125" cy="41700"/>
            <a:chOff x="0" y="2550906"/>
            <a:chExt cx="719125" cy="41700"/>
          </a:xfrm>
        </p:grpSpPr>
        <p:sp>
          <p:nvSpPr>
            <p:cNvPr id="66" name="Google Shape;66;p10"/>
            <p:cNvSpPr/>
            <p:nvPr/>
          </p:nvSpPr>
          <p:spPr>
            <a:xfrm>
              <a:off x="0" y="255090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0"/>
            <p:cNvSpPr/>
            <p:nvPr/>
          </p:nvSpPr>
          <p:spPr>
            <a:xfrm>
              <a:off x="506425" y="255090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gradFill>
          <a:gsLst>
            <a:gs pos="0">
              <a:schemeClr val="accent5"/>
            </a:gs>
            <a:gs pos="100000">
              <a:schemeClr val="accent6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5307000" cy="30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Barlow Light"/>
              <a:buChar char="╸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marL="914400" lvl="1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Barlow Light"/>
              <a:buChar char="‧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marL="1371600" lvl="2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Barlow Light"/>
              <a:buChar char="‧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marL="1828800" lvl="3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●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marL="2286000" lvl="4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○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marL="2743200" lvl="5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■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marL="3200400" lvl="6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●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marL="3657600" lvl="7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○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marL="4114800" lvl="8" indent="-381000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2400"/>
              <a:buFont typeface="Barlow Light"/>
              <a:buChar char="■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lvl="1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5096950"/>
            <a:ext cx="8719800" cy="46500"/>
          </a:xfrm>
          <a:prstGeom prst="rect">
            <a:avLst/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endParaRPr/>
          </a:p>
        </p:txBody>
      </p:sp>
      <p:sp>
        <p:nvSpPr>
          <p:cNvPr id="10" name="Google Shape;10;p1"/>
          <p:cNvSpPr/>
          <p:nvPr/>
        </p:nvSpPr>
        <p:spPr>
          <a:xfrm>
            <a:off x="8693400" y="5096950"/>
            <a:ext cx="450600" cy="46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://www.slidescarnival.com/copyright-and-legal-information" TargetMode="External"/><Relationship Id="rId4" Type="http://schemas.openxmlformats.org/officeDocument/2006/relationships/hyperlink" Target="http://www.slidescarnival.com/help-use-presentation-template" TargetMode="Externa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JP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slide10_dashboard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hyperlink" Target="https://www.slidescarnival.com/extra-free-resources-icons-and-maps/?utm_source=template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slide20_image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slide21_image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slide22_image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ctrTitle"/>
          </p:nvPr>
        </p:nvSpPr>
        <p:spPr>
          <a:xfrm>
            <a:off x="855300" y="1363125"/>
            <a:ext cx="5110800" cy="241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 xml:space="preserve">TRACEY </a:t>
            </a:r>
            <a:r>
              <a:rPr lang="en">
                <a:solidFill>
                  <a:schemeClr val="accent1"/>
                </a:solidFill>
              </a:rPr>
              <a:t>SCOTT</a:t>
            </a:r>
            <a:endParaRPr>
              <a:solidFill>
                <a:schemeClr val="lt2"/>
              </a:solidFill>
            </a:endParaRPr>
          </a:p>
        </p:txBody>
      </p:sp>
      <p:grpSp>
        <p:nvGrpSpPr>
          <p:cNvPr id="61" name="Grupo 60">
            <a:extLst>
              <a:ext uri="{FF2B5EF4-FFF2-40B4-BE49-F238E27FC236}">
                <a16:creationId xmlns:a16="http://schemas.microsoft.com/office/drawing/2014/main" id="{7B26CBDF-DC18-0E4C-98B9-BDF97A5A70BC}"/>
              </a:ext>
            </a:extLst>
          </p:cNvPr>
          <p:cNvGrpSpPr/>
          <p:nvPr/>
        </p:nvGrpSpPr>
        <p:grpSpPr>
          <a:xfrm>
            <a:off x="5060948" y="-588552"/>
            <a:ext cx="3569633" cy="5559504"/>
            <a:chOff x="1019213" y="3964719"/>
            <a:chExt cx="438896" cy="683556"/>
          </a:xfrm>
        </p:grpSpPr>
        <p:sp>
          <p:nvSpPr>
            <p:cNvPr id="62" name="Google Shape;1271;p46">
              <a:extLst>
                <a:ext uri="{FF2B5EF4-FFF2-40B4-BE49-F238E27FC236}">
                  <a16:creationId xmlns:a16="http://schemas.microsoft.com/office/drawing/2014/main" id="{77F5EF97-915B-B742-98FE-5669BAF437C0}"/>
                </a:ext>
              </a:extLst>
            </p:cNvPr>
            <p:cNvSpPr/>
            <p:nvPr/>
          </p:nvSpPr>
          <p:spPr>
            <a:xfrm>
              <a:off x="1180677" y="3964719"/>
              <a:ext cx="57630" cy="327278"/>
            </a:xfrm>
            <a:custGeom>
              <a:avLst/>
              <a:gdLst/>
              <a:ahLst/>
              <a:cxnLst/>
              <a:rect l="l" t="t" r="r" b="b"/>
              <a:pathLst>
                <a:path w="576302" h="3272780" extrusionOk="0">
                  <a:moveTo>
                    <a:pt x="82123" y="11123"/>
                  </a:moveTo>
                  <a:cubicBezTo>
                    <a:pt x="127507" y="37030"/>
                    <a:pt x="163526" y="100357"/>
                    <a:pt x="163526" y="152169"/>
                  </a:cubicBezTo>
                  <a:lnTo>
                    <a:pt x="163526" y="1542480"/>
                  </a:lnTo>
                  <a:lnTo>
                    <a:pt x="576303" y="1780675"/>
                  </a:lnTo>
                  <a:lnTo>
                    <a:pt x="576303" y="3214882"/>
                  </a:lnTo>
                  <a:cubicBezTo>
                    <a:pt x="576303" y="3266695"/>
                    <a:pt x="539563" y="3287564"/>
                    <a:pt x="494900" y="3261657"/>
                  </a:cubicBezTo>
                  <a:cubicBezTo>
                    <a:pt x="449516" y="3235751"/>
                    <a:pt x="413497" y="3172424"/>
                    <a:pt x="413497" y="3120611"/>
                  </a:cubicBezTo>
                  <a:lnTo>
                    <a:pt x="413497" y="1874226"/>
                  </a:lnTo>
                  <a:lnTo>
                    <a:pt x="0" y="1636750"/>
                  </a:lnTo>
                  <a:lnTo>
                    <a:pt x="0" y="57899"/>
                  </a:lnTo>
                  <a:cubicBezTo>
                    <a:pt x="0" y="6086"/>
                    <a:pt x="36739" y="-14783"/>
                    <a:pt x="82123" y="1112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1272;p46">
              <a:extLst>
                <a:ext uri="{FF2B5EF4-FFF2-40B4-BE49-F238E27FC236}">
                  <a16:creationId xmlns:a16="http://schemas.microsoft.com/office/drawing/2014/main" id="{3B55732B-23AE-0445-9915-9F2B0547BFCF}"/>
                </a:ext>
              </a:extLst>
            </p:cNvPr>
            <p:cNvSpPr/>
            <p:nvPr/>
          </p:nvSpPr>
          <p:spPr>
            <a:xfrm>
              <a:off x="1203159" y="4438020"/>
              <a:ext cx="57558" cy="169609"/>
            </a:xfrm>
            <a:custGeom>
              <a:avLst/>
              <a:gdLst/>
              <a:ahLst/>
              <a:cxnLst/>
              <a:rect l="l" t="t" r="r" b="b"/>
              <a:pathLst>
                <a:path w="575582" h="1696088" extrusionOk="0">
                  <a:moveTo>
                    <a:pt x="81403" y="1684965"/>
                  </a:moveTo>
                  <a:cubicBezTo>
                    <a:pt x="126787" y="1710871"/>
                    <a:pt x="162806" y="1690002"/>
                    <a:pt x="162806" y="1638189"/>
                  </a:cubicBezTo>
                  <a:lnTo>
                    <a:pt x="162806" y="596176"/>
                  </a:lnTo>
                  <a:lnTo>
                    <a:pt x="575582" y="834371"/>
                  </a:lnTo>
                  <a:lnTo>
                    <a:pt x="575582" y="152169"/>
                  </a:lnTo>
                  <a:cubicBezTo>
                    <a:pt x="575582" y="100356"/>
                    <a:pt x="538843" y="37030"/>
                    <a:pt x="494179" y="11124"/>
                  </a:cubicBezTo>
                  <a:cubicBezTo>
                    <a:pt x="448795" y="-14783"/>
                    <a:pt x="412777" y="6086"/>
                    <a:pt x="412777" y="57899"/>
                  </a:cubicBezTo>
                  <a:lnTo>
                    <a:pt x="412777" y="552280"/>
                  </a:lnTo>
                  <a:lnTo>
                    <a:pt x="0" y="314084"/>
                  </a:lnTo>
                  <a:lnTo>
                    <a:pt x="0" y="1543919"/>
                  </a:lnTo>
                  <a:cubicBezTo>
                    <a:pt x="0" y="1595732"/>
                    <a:pt x="36739" y="1659059"/>
                    <a:pt x="81403" y="1684965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1273;p46">
              <a:extLst>
                <a:ext uri="{FF2B5EF4-FFF2-40B4-BE49-F238E27FC236}">
                  <a16:creationId xmlns:a16="http://schemas.microsoft.com/office/drawing/2014/main" id="{3B9CF58F-FBB0-A84E-9F2D-09E8680C81E4}"/>
                </a:ext>
              </a:extLst>
            </p:cNvPr>
            <p:cNvSpPr/>
            <p:nvPr/>
          </p:nvSpPr>
          <p:spPr>
            <a:xfrm>
              <a:off x="1266437" y="4020885"/>
              <a:ext cx="16281" cy="257547"/>
            </a:xfrm>
            <a:custGeom>
              <a:avLst/>
              <a:gdLst/>
              <a:ahLst/>
              <a:cxnLst/>
              <a:rect l="l" t="t" r="r" b="b"/>
              <a:pathLst>
                <a:path w="162805" h="2575466" extrusionOk="0">
                  <a:moveTo>
                    <a:pt x="81403" y="11123"/>
                  </a:moveTo>
                  <a:cubicBezTo>
                    <a:pt x="126787" y="37030"/>
                    <a:pt x="162806" y="100357"/>
                    <a:pt x="162806" y="152169"/>
                  </a:cubicBezTo>
                  <a:lnTo>
                    <a:pt x="162806" y="2517568"/>
                  </a:lnTo>
                  <a:cubicBezTo>
                    <a:pt x="162806" y="2569381"/>
                    <a:pt x="126066" y="2590250"/>
                    <a:pt x="81403" y="2564343"/>
                  </a:cubicBezTo>
                  <a:cubicBezTo>
                    <a:pt x="36019" y="2538437"/>
                    <a:pt x="0" y="2475110"/>
                    <a:pt x="0" y="2423297"/>
                  </a:cubicBezTo>
                  <a:lnTo>
                    <a:pt x="0" y="57899"/>
                  </a:lnTo>
                  <a:cubicBezTo>
                    <a:pt x="0" y="6086"/>
                    <a:pt x="36739" y="-14783"/>
                    <a:pt x="81403" y="1112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1274;p46">
              <a:extLst>
                <a:ext uri="{FF2B5EF4-FFF2-40B4-BE49-F238E27FC236}">
                  <a16:creationId xmlns:a16="http://schemas.microsoft.com/office/drawing/2014/main" id="{1325D2DD-A517-4B41-AB4D-5CA2069C4208}"/>
                </a:ext>
              </a:extLst>
            </p:cNvPr>
            <p:cNvSpPr/>
            <p:nvPr/>
          </p:nvSpPr>
          <p:spPr>
            <a:xfrm>
              <a:off x="1191235" y="4555583"/>
              <a:ext cx="37316" cy="55944"/>
            </a:xfrm>
            <a:custGeom>
              <a:avLst/>
              <a:gdLst/>
              <a:ahLst/>
              <a:cxnLst/>
              <a:rect l="l" t="t" r="r" b="b"/>
              <a:pathLst>
                <a:path w="373155" h="559444" extrusionOk="0">
                  <a:moveTo>
                    <a:pt x="373156" y="387306"/>
                  </a:moveTo>
                  <a:cubicBezTo>
                    <a:pt x="373156" y="529791"/>
                    <a:pt x="289592" y="597436"/>
                    <a:pt x="186578" y="537707"/>
                  </a:cubicBezTo>
                  <a:cubicBezTo>
                    <a:pt x="83564" y="478698"/>
                    <a:pt x="0" y="314624"/>
                    <a:pt x="0" y="172139"/>
                  </a:cubicBezTo>
                  <a:cubicBezTo>
                    <a:pt x="0" y="29653"/>
                    <a:pt x="83564" y="-37991"/>
                    <a:pt x="186578" y="21738"/>
                  </a:cubicBezTo>
                  <a:cubicBezTo>
                    <a:pt x="289592" y="80747"/>
                    <a:pt x="373156" y="244821"/>
                    <a:pt x="373156" y="38730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1275;p46">
              <a:extLst>
                <a:ext uri="{FF2B5EF4-FFF2-40B4-BE49-F238E27FC236}">
                  <a16:creationId xmlns:a16="http://schemas.microsoft.com/office/drawing/2014/main" id="{6C3E58E2-DF2C-D847-85B6-CF08285671EE}"/>
                </a:ext>
              </a:extLst>
            </p:cNvPr>
            <p:cNvSpPr/>
            <p:nvPr/>
          </p:nvSpPr>
          <p:spPr>
            <a:xfrm>
              <a:off x="1315853" y="4184741"/>
              <a:ext cx="57558" cy="153705"/>
            </a:xfrm>
            <a:custGeom>
              <a:avLst/>
              <a:gdLst/>
              <a:ahLst/>
              <a:cxnLst/>
              <a:rect l="l" t="t" r="r" b="b"/>
              <a:pathLst>
                <a:path w="575582" h="1537051" extrusionOk="0">
                  <a:moveTo>
                    <a:pt x="494179" y="11123"/>
                  </a:moveTo>
                  <a:cubicBezTo>
                    <a:pt x="448796" y="-14783"/>
                    <a:pt x="412777" y="6086"/>
                    <a:pt x="412777" y="57899"/>
                  </a:cubicBezTo>
                  <a:lnTo>
                    <a:pt x="412777" y="760250"/>
                  </a:lnTo>
                  <a:lnTo>
                    <a:pt x="0" y="522055"/>
                  </a:lnTo>
                  <a:lnTo>
                    <a:pt x="0" y="1384882"/>
                  </a:lnTo>
                  <a:cubicBezTo>
                    <a:pt x="0" y="1436695"/>
                    <a:pt x="36739" y="1500022"/>
                    <a:pt x="81403" y="1525928"/>
                  </a:cubicBezTo>
                  <a:cubicBezTo>
                    <a:pt x="126787" y="1551835"/>
                    <a:pt x="162806" y="1530966"/>
                    <a:pt x="162806" y="1479153"/>
                  </a:cubicBezTo>
                  <a:lnTo>
                    <a:pt x="162806" y="804147"/>
                  </a:lnTo>
                  <a:lnTo>
                    <a:pt x="575582" y="1042342"/>
                  </a:lnTo>
                  <a:lnTo>
                    <a:pt x="575582" y="152169"/>
                  </a:lnTo>
                  <a:cubicBezTo>
                    <a:pt x="575582" y="100357"/>
                    <a:pt x="538843" y="37030"/>
                    <a:pt x="494179" y="1112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1276;p46">
              <a:extLst>
                <a:ext uri="{FF2B5EF4-FFF2-40B4-BE49-F238E27FC236}">
                  <a16:creationId xmlns:a16="http://schemas.microsoft.com/office/drawing/2014/main" id="{0031A356-4BE9-7048-B09A-849D92D1FB3B}"/>
                </a:ext>
              </a:extLst>
            </p:cNvPr>
            <p:cNvSpPr/>
            <p:nvPr/>
          </p:nvSpPr>
          <p:spPr>
            <a:xfrm>
              <a:off x="1346594" y="4172474"/>
              <a:ext cx="36883" cy="55252"/>
            </a:xfrm>
            <a:custGeom>
              <a:avLst/>
              <a:gdLst/>
              <a:ahLst/>
              <a:cxnLst/>
              <a:rect l="l" t="t" r="r" b="b"/>
              <a:pathLst>
                <a:path w="368833" h="552522" extrusionOk="0">
                  <a:moveTo>
                    <a:pt x="368833" y="382406"/>
                  </a:moveTo>
                  <a:cubicBezTo>
                    <a:pt x="368833" y="523451"/>
                    <a:pt x="285990" y="589657"/>
                    <a:pt x="184417" y="531367"/>
                  </a:cubicBezTo>
                  <a:cubicBezTo>
                    <a:pt x="82843" y="472358"/>
                    <a:pt x="0" y="311163"/>
                    <a:pt x="0" y="170117"/>
                  </a:cubicBezTo>
                  <a:cubicBezTo>
                    <a:pt x="0" y="29071"/>
                    <a:pt x="82123" y="-37134"/>
                    <a:pt x="184417" y="21155"/>
                  </a:cubicBezTo>
                  <a:cubicBezTo>
                    <a:pt x="286710" y="80164"/>
                    <a:pt x="368833" y="241360"/>
                    <a:pt x="368833" y="38240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1277;p46">
              <a:extLst>
                <a:ext uri="{FF2B5EF4-FFF2-40B4-BE49-F238E27FC236}">
                  <a16:creationId xmlns:a16="http://schemas.microsoft.com/office/drawing/2014/main" id="{57A334E3-FA10-6543-AECA-90CA810F6995}"/>
                </a:ext>
              </a:extLst>
            </p:cNvPr>
            <p:cNvSpPr/>
            <p:nvPr/>
          </p:nvSpPr>
          <p:spPr>
            <a:xfrm>
              <a:off x="1300195" y="4426721"/>
              <a:ext cx="144076" cy="148308"/>
            </a:xfrm>
            <a:custGeom>
              <a:avLst/>
              <a:gdLst/>
              <a:ahLst/>
              <a:cxnLst/>
              <a:rect l="l" t="t" r="r" b="b"/>
              <a:pathLst>
                <a:path w="1440755" h="1483080" extrusionOk="0">
                  <a:moveTo>
                    <a:pt x="1440756" y="1425181"/>
                  </a:moveTo>
                  <a:cubicBezTo>
                    <a:pt x="1440756" y="1373368"/>
                    <a:pt x="1404017" y="1310042"/>
                    <a:pt x="1359353" y="1284135"/>
                  </a:cubicBezTo>
                  <a:lnTo>
                    <a:pt x="718217" y="914250"/>
                  </a:lnTo>
                  <a:lnTo>
                    <a:pt x="718217" y="378131"/>
                  </a:lnTo>
                  <a:lnTo>
                    <a:pt x="81403" y="11124"/>
                  </a:lnTo>
                  <a:cubicBezTo>
                    <a:pt x="36019" y="-14783"/>
                    <a:pt x="0" y="6086"/>
                    <a:pt x="0" y="57899"/>
                  </a:cubicBezTo>
                  <a:cubicBezTo>
                    <a:pt x="0" y="109711"/>
                    <a:pt x="36739" y="173039"/>
                    <a:pt x="81403" y="198945"/>
                  </a:cubicBezTo>
                  <a:lnTo>
                    <a:pt x="555412" y="472401"/>
                  </a:lnTo>
                  <a:lnTo>
                    <a:pt x="555412" y="1008520"/>
                  </a:lnTo>
                  <a:lnTo>
                    <a:pt x="1360074" y="1471957"/>
                  </a:lnTo>
                  <a:cubicBezTo>
                    <a:pt x="1404737" y="1497863"/>
                    <a:pt x="1440756" y="1476994"/>
                    <a:pt x="1440756" y="1425181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1278;p46">
              <a:extLst>
                <a:ext uri="{FF2B5EF4-FFF2-40B4-BE49-F238E27FC236}">
                  <a16:creationId xmlns:a16="http://schemas.microsoft.com/office/drawing/2014/main" id="{97318C7F-80D3-B04E-B9EB-E131520920F4}"/>
                </a:ext>
              </a:extLst>
            </p:cNvPr>
            <p:cNvSpPr/>
            <p:nvPr/>
          </p:nvSpPr>
          <p:spPr>
            <a:xfrm>
              <a:off x="1281448" y="4456718"/>
              <a:ext cx="16281" cy="191557"/>
            </a:xfrm>
            <a:custGeom>
              <a:avLst/>
              <a:gdLst/>
              <a:ahLst/>
              <a:cxnLst/>
              <a:rect l="l" t="t" r="r" b="b"/>
              <a:pathLst>
                <a:path w="162805" h="1915573" extrusionOk="0">
                  <a:moveTo>
                    <a:pt x="81403" y="1904450"/>
                  </a:moveTo>
                  <a:cubicBezTo>
                    <a:pt x="36019" y="1878543"/>
                    <a:pt x="0" y="1815217"/>
                    <a:pt x="0" y="1763404"/>
                  </a:cubicBezTo>
                  <a:lnTo>
                    <a:pt x="0" y="57899"/>
                  </a:lnTo>
                  <a:cubicBezTo>
                    <a:pt x="0" y="6086"/>
                    <a:pt x="36739" y="-14783"/>
                    <a:pt x="81403" y="11124"/>
                  </a:cubicBezTo>
                  <a:cubicBezTo>
                    <a:pt x="126787" y="37030"/>
                    <a:pt x="162806" y="100356"/>
                    <a:pt x="162806" y="152169"/>
                  </a:cubicBezTo>
                  <a:lnTo>
                    <a:pt x="162806" y="1857674"/>
                  </a:lnTo>
                  <a:cubicBezTo>
                    <a:pt x="162806" y="1909487"/>
                    <a:pt x="126066" y="1930356"/>
                    <a:pt x="81403" y="190445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1279;p46">
              <a:extLst>
                <a:ext uri="{FF2B5EF4-FFF2-40B4-BE49-F238E27FC236}">
                  <a16:creationId xmlns:a16="http://schemas.microsoft.com/office/drawing/2014/main" id="{AF3C7D5E-8182-1048-84FB-D760F9894C40}"/>
                </a:ext>
              </a:extLst>
            </p:cNvPr>
            <p:cNvSpPr/>
            <p:nvPr/>
          </p:nvSpPr>
          <p:spPr>
            <a:xfrm>
              <a:off x="1416552" y="4536391"/>
              <a:ext cx="37316" cy="55944"/>
            </a:xfrm>
            <a:custGeom>
              <a:avLst/>
              <a:gdLst/>
              <a:ahLst/>
              <a:cxnLst/>
              <a:rect l="l" t="t" r="r" b="b"/>
              <a:pathLst>
                <a:path w="373156" h="559444" extrusionOk="0">
                  <a:moveTo>
                    <a:pt x="373156" y="387306"/>
                  </a:moveTo>
                  <a:cubicBezTo>
                    <a:pt x="373156" y="529791"/>
                    <a:pt x="289592" y="597436"/>
                    <a:pt x="186578" y="537707"/>
                  </a:cubicBezTo>
                  <a:cubicBezTo>
                    <a:pt x="83564" y="478698"/>
                    <a:pt x="0" y="314624"/>
                    <a:pt x="0" y="172139"/>
                  </a:cubicBezTo>
                  <a:cubicBezTo>
                    <a:pt x="0" y="29653"/>
                    <a:pt x="83564" y="-37991"/>
                    <a:pt x="186578" y="21738"/>
                  </a:cubicBezTo>
                  <a:cubicBezTo>
                    <a:pt x="289592" y="80747"/>
                    <a:pt x="373156" y="244821"/>
                    <a:pt x="373156" y="38730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1280;p46">
              <a:extLst>
                <a:ext uri="{FF2B5EF4-FFF2-40B4-BE49-F238E27FC236}">
                  <a16:creationId xmlns:a16="http://schemas.microsoft.com/office/drawing/2014/main" id="{489ABFCD-B008-B140-8676-E86D86EDD9EF}"/>
                </a:ext>
              </a:extLst>
            </p:cNvPr>
            <p:cNvSpPr/>
            <p:nvPr/>
          </p:nvSpPr>
          <p:spPr>
            <a:xfrm>
              <a:off x="1055916" y="4289546"/>
              <a:ext cx="117277" cy="284682"/>
            </a:xfrm>
            <a:custGeom>
              <a:avLst/>
              <a:gdLst/>
              <a:ahLst/>
              <a:cxnLst/>
              <a:rect l="l" t="t" r="r" b="b"/>
              <a:pathLst>
                <a:path w="1172775" h="2846825" extrusionOk="0">
                  <a:moveTo>
                    <a:pt x="0" y="0"/>
                  </a:moveTo>
                  <a:lnTo>
                    <a:pt x="1172776" y="676445"/>
                  </a:lnTo>
                  <a:lnTo>
                    <a:pt x="1172776" y="2846826"/>
                  </a:lnTo>
                  <a:lnTo>
                    <a:pt x="0" y="2170381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281;p46">
              <a:extLst>
                <a:ext uri="{FF2B5EF4-FFF2-40B4-BE49-F238E27FC236}">
                  <a16:creationId xmlns:a16="http://schemas.microsoft.com/office/drawing/2014/main" id="{40AABA68-FEAE-794F-B35A-7BF2188FDF1D}"/>
                </a:ext>
              </a:extLst>
            </p:cNvPr>
            <p:cNvSpPr/>
            <p:nvPr/>
          </p:nvSpPr>
          <p:spPr>
            <a:xfrm>
              <a:off x="1074447" y="4427185"/>
              <a:ext cx="69877" cy="48862"/>
            </a:xfrm>
            <a:custGeom>
              <a:avLst/>
              <a:gdLst/>
              <a:ahLst/>
              <a:cxnLst/>
              <a:rect l="l" t="t" r="r" b="b"/>
              <a:pathLst>
                <a:path w="698766" h="488623" extrusionOk="0">
                  <a:moveTo>
                    <a:pt x="0" y="0"/>
                  </a:moveTo>
                  <a:lnTo>
                    <a:pt x="698767" y="402988"/>
                  </a:lnTo>
                  <a:lnTo>
                    <a:pt x="698767" y="488624"/>
                  </a:lnTo>
                  <a:lnTo>
                    <a:pt x="0" y="85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282;p46">
              <a:extLst>
                <a:ext uri="{FF2B5EF4-FFF2-40B4-BE49-F238E27FC236}">
                  <a16:creationId xmlns:a16="http://schemas.microsoft.com/office/drawing/2014/main" id="{85934EB1-44EA-214D-8F6A-5FA636F66F35}"/>
                </a:ext>
              </a:extLst>
            </p:cNvPr>
            <p:cNvSpPr/>
            <p:nvPr/>
          </p:nvSpPr>
          <p:spPr>
            <a:xfrm>
              <a:off x="1081701" y="4448211"/>
              <a:ext cx="55397" cy="40515"/>
            </a:xfrm>
            <a:custGeom>
              <a:avLst/>
              <a:gdLst/>
              <a:ahLst/>
              <a:cxnLst/>
              <a:rect l="l" t="t" r="r" b="b"/>
              <a:pathLst>
                <a:path w="553970" h="405147" extrusionOk="0">
                  <a:moveTo>
                    <a:pt x="0" y="0"/>
                  </a:moveTo>
                  <a:lnTo>
                    <a:pt x="553971" y="319512"/>
                  </a:lnTo>
                  <a:lnTo>
                    <a:pt x="553971" y="405147"/>
                  </a:lnTo>
                  <a:lnTo>
                    <a:pt x="0" y="85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283;p46">
              <a:extLst>
                <a:ext uri="{FF2B5EF4-FFF2-40B4-BE49-F238E27FC236}">
                  <a16:creationId xmlns:a16="http://schemas.microsoft.com/office/drawing/2014/main" id="{1EA2C423-6846-214B-8C65-916692D3A30E}"/>
                </a:ext>
              </a:extLst>
            </p:cNvPr>
            <p:cNvSpPr/>
            <p:nvPr/>
          </p:nvSpPr>
          <p:spPr>
            <a:xfrm>
              <a:off x="1019213" y="4439815"/>
              <a:ext cx="81619" cy="71314"/>
            </a:xfrm>
            <a:custGeom>
              <a:avLst/>
              <a:gdLst/>
              <a:ahLst/>
              <a:cxnLst/>
              <a:rect l="l" t="t" r="r" b="b"/>
              <a:pathLst>
                <a:path w="816188" h="713145" extrusionOk="0">
                  <a:moveTo>
                    <a:pt x="815468" y="470633"/>
                  </a:moveTo>
                  <a:lnTo>
                    <a:pt x="0" y="0"/>
                  </a:lnTo>
                  <a:lnTo>
                    <a:pt x="0" y="242513"/>
                  </a:lnTo>
                  <a:lnTo>
                    <a:pt x="816188" y="713146"/>
                  </a:lnTo>
                  <a:lnTo>
                    <a:pt x="815468" y="470633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284;p46">
              <a:extLst>
                <a:ext uri="{FF2B5EF4-FFF2-40B4-BE49-F238E27FC236}">
                  <a16:creationId xmlns:a16="http://schemas.microsoft.com/office/drawing/2014/main" id="{625D4181-8B66-B44E-9D8A-09DB75CA8799}"/>
                </a:ext>
              </a:extLst>
            </p:cNvPr>
            <p:cNvSpPr/>
            <p:nvPr/>
          </p:nvSpPr>
          <p:spPr>
            <a:xfrm>
              <a:off x="1087088" y="4366761"/>
              <a:ext cx="52804" cy="26266"/>
            </a:xfrm>
            <a:custGeom>
              <a:avLst/>
              <a:gdLst/>
              <a:ahLst/>
              <a:cxnLst/>
              <a:rect l="l" t="t" r="r" b="b"/>
              <a:pathLst>
                <a:path w="528037" h="262662" extrusionOk="0">
                  <a:moveTo>
                    <a:pt x="528037" y="118738"/>
                  </a:moveTo>
                  <a:lnTo>
                    <a:pt x="345781" y="262662"/>
                  </a:lnTo>
                  <a:lnTo>
                    <a:pt x="223317" y="105785"/>
                  </a:lnTo>
                  <a:lnTo>
                    <a:pt x="63393" y="243952"/>
                  </a:lnTo>
                  <a:lnTo>
                    <a:pt x="0" y="197896"/>
                  </a:lnTo>
                  <a:lnTo>
                    <a:pt x="235564" y="0"/>
                  </a:lnTo>
                  <a:lnTo>
                    <a:pt x="355146" y="156878"/>
                  </a:lnTo>
                  <a:lnTo>
                    <a:pt x="486976" y="59009"/>
                  </a:lnTo>
                  <a:lnTo>
                    <a:pt x="528037" y="118738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285;p46">
              <a:extLst>
                <a:ext uri="{FF2B5EF4-FFF2-40B4-BE49-F238E27FC236}">
                  <a16:creationId xmlns:a16="http://schemas.microsoft.com/office/drawing/2014/main" id="{AC80E4E8-E650-2A41-A6F4-34417C82D4ED}"/>
                </a:ext>
              </a:extLst>
            </p:cNvPr>
            <p:cNvSpPr/>
            <p:nvPr/>
          </p:nvSpPr>
          <p:spPr>
            <a:xfrm>
              <a:off x="1132267" y="4356275"/>
              <a:ext cx="21179" cy="31825"/>
            </a:xfrm>
            <a:custGeom>
              <a:avLst/>
              <a:gdLst/>
              <a:ahLst/>
              <a:cxnLst/>
              <a:rect l="l" t="t" r="r" b="b"/>
              <a:pathLst>
                <a:path w="211791" h="318255" extrusionOk="0">
                  <a:moveTo>
                    <a:pt x="211791" y="220296"/>
                  </a:moveTo>
                  <a:cubicBezTo>
                    <a:pt x="211791" y="301613"/>
                    <a:pt x="164246" y="339753"/>
                    <a:pt x="105896" y="305931"/>
                  </a:cubicBezTo>
                  <a:cubicBezTo>
                    <a:pt x="47545" y="272109"/>
                    <a:pt x="0" y="179277"/>
                    <a:pt x="0" y="97960"/>
                  </a:cubicBezTo>
                  <a:cubicBezTo>
                    <a:pt x="0" y="16643"/>
                    <a:pt x="47545" y="-21497"/>
                    <a:pt x="105896" y="12325"/>
                  </a:cubicBezTo>
                  <a:cubicBezTo>
                    <a:pt x="164246" y="46147"/>
                    <a:pt x="211791" y="139698"/>
                    <a:pt x="211791" y="22029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286;p46">
              <a:extLst>
                <a:ext uri="{FF2B5EF4-FFF2-40B4-BE49-F238E27FC236}">
                  <a16:creationId xmlns:a16="http://schemas.microsoft.com/office/drawing/2014/main" id="{CFE2CFDB-33DD-5342-9AE8-FE8201DFF3AB}"/>
                </a:ext>
              </a:extLst>
            </p:cNvPr>
            <p:cNvSpPr/>
            <p:nvPr/>
          </p:nvSpPr>
          <p:spPr>
            <a:xfrm>
              <a:off x="1077823" y="4371919"/>
              <a:ext cx="21179" cy="31825"/>
            </a:xfrm>
            <a:custGeom>
              <a:avLst/>
              <a:gdLst/>
              <a:ahLst/>
              <a:cxnLst/>
              <a:rect l="l" t="t" r="r" b="b"/>
              <a:pathLst>
                <a:path w="211791" h="318255" extrusionOk="0">
                  <a:moveTo>
                    <a:pt x="211791" y="220296"/>
                  </a:moveTo>
                  <a:cubicBezTo>
                    <a:pt x="211791" y="301613"/>
                    <a:pt x="164246" y="339753"/>
                    <a:pt x="105896" y="305931"/>
                  </a:cubicBezTo>
                  <a:cubicBezTo>
                    <a:pt x="47545" y="272109"/>
                    <a:pt x="0" y="179278"/>
                    <a:pt x="0" y="97960"/>
                  </a:cubicBezTo>
                  <a:cubicBezTo>
                    <a:pt x="0" y="16643"/>
                    <a:pt x="47545" y="-21497"/>
                    <a:pt x="105896" y="12325"/>
                  </a:cubicBezTo>
                  <a:cubicBezTo>
                    <a:pt x="164246" y="46147"/>
                    <a:pt x="211791" y="138978"/>
                    <a:pt x="211791" y="22029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287;p46">
              <a:extLst>
                <a:ext uri="{FF2B5EF4-FFF2-40B4-BE49-F238E27FC236}">
                  <a16:creationId xmlns:a16="http://schemas.microsoft.com/office/drawing/2014/main" id="{6772935E-2B6A-5849-B5B9-D5250B4150F2}"/>
                </a:ext>
              </a:extLst>
            </p:cNvPr>
            <p:cNvSpPr/>
            <p:nvPr/>
          </p:nvSpPr>
          <p:spPr>
            <a:xfrm>
              <a:off x="1346594" y="4366905"/>
              <a:ext cx="111515" cy="122336"/>
            </a:xfrm>
            <a:custGeom>
              <a:avLst/>
              <a:gdLst/>
              <a:ahLst/>
              <a:cxnLst/>
              <a:rect l="l" t="t" r="r" b="b"/>
              <a:pathLst>
                <a:path w="1115145" h="1223357" extrusionOk="0">
                  <a:moveTo>
                    <a:pt x="1115145" y="643342"/>
                  </a:moveTo>
                  <a:lnTo>
                    <a:pt x="0" y="0"/>
                  </a:lnTo>
                  <a:lnTo>
                    <a:pt x="0" y="580015"/>
                  </a:lnTo>
                  <a:lnTo>
                    <a:pt x="1115145" y="1223358"/>
                  </a:lnTo>
                  <a:lnTo>
                    <a:pt x="1115145" y="643342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288;p46">
              <a:extLst>
                <a:ext uri="{FF2B5EF4-FFF2-40B4-BE49-F238E27FC236}">
                  <a16:creationId xmlns:a16="http://schemas.microsoft.com/office/drawing/2014/main" id="{741D63C1-626A-0341-9F13-21C6353BC368}"/>
                </a:ext>
              </a:extLst>
            </p:cNvPr>
            <p:cNvSpPr/>
            <p:nvPr/>
          </p:nvSpPr>
          <p:spPr>
            <a:xfrm>
              <a:off x="1375037" y="4397332"/>
              <a:ext cx="33570" cy="26338"/>
            </a:xfrm>
            <a:custGeom>
              <a:avLst/>
              <a:gdLst/>
              <a:ahLst/>
              <a:cxnLst/>
              <a:rect l="l" t="t" r="r" b="b"/>
              <a:pathLst>
                <a:path w="335696" h="263381" extrusionOk="0">
                  <a:moveTo>
                    <a:pt x="0" y="0"/>
                  </a:moveTo>
                  <a:lnTo>
                    <a:pt x="335696" y="193578"/>
                  </a:lnTo>
                  <a:lnTo>
                    <a:pt x="335696" y="263382"/>
                  </a:lnTo>
                  <a:lnTo>
                    <a:pt x="0" y="69084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289;p46">
              <a:extLst>
                <a:ext uri="{FF2B5EF4-FFF2-40B4-BE49-F238E27FC236}">
                  <a16:creationId xmlns:a16="http://schemas.microsoft.com/office/drawing/2014/main" id="{7E6F248C-307D-CE4B-AB08-C47A7EE2C7E1}"/>
                </a:ext>
              </a:extLst>
            </p:cNvPr>
            <p:cNvSpPr/>
            <p:nvPr/>
          </p:nvSpPr>
          <p:spPr>
            <a:xfrm>
              <a:off x="1375109" y="4411254"/>
              <a:ext cx="71461" cy="48215"/>
            </a:xfrm>
            <a:custGeom>
              <a:avLst/>
              <a:gdLst/>
              <a:ahLst/>
              <a:cxnLst/>
              <a:rect l="l" t="t" r="r" b="b"/>
              <a:pathLst>
                <a:path w="714614" h="482146" extrusionOk="0">
                  <a:moveTo>
                    <a:pt x="0" y="0"/>
                  </a:moveTo>
                  <a:lnTo>
                    <a:pt x="714615" y="411624"/>
                  </a:lnTo>
                  <a:lnTo>
                    <a:pt x="714615" y="482147"/>
                  </a:lnTo>
                  <a:lnTo>
                    <a:pt x="0" y="705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290;p46">
              <a:extLst>
                <a:ext uri="{FF2B5EF4-FFF2-40B4-BE49-F238E27FC236}">
                  <a16:creationId xmlns:a16="http://schemas.microsoft.com/office/drawing/2014/main" id="{17FB26FF-1659-C44E-B94D-2B343B1D577A}"/>
                </a:ext>
              </a:extLst>
            </p:cNvPr>
            <p:cNvSpPr/>
            <p:nvPr/>
          </p:nvSpPr>
          <p:spPr>
            <a:xfrm>
              <a:off x="1356578" y="4386341"/>
              <a:ext cx="12679" cy="18805"/>
            </a:xfrm>
            <a:custGeom>
              <a:avLst/>
              <a:gdLst/>
              <a:ahLst/>
              <a:cxnLst/>
              <a:rect l="l" t="t" r="r" b="b"/>
              <a:pathLst>
                <a:path w="126786" h="188049" extrusionOk="0">
                  <a:moveTo>
                    <a:pt x="126787" y="130366"/>
                  </a:moveTo>
                  <a:cubicBezTo>
                    <a:pt x="126787" y="177861"/>
                    <a:pt x="98692" y="200889"/>
                    <a:pt x="63393" y="180739"/>
                  </a:cubicBezTo>
                  <a:cubicBezTo>
                    <a:pt x="28095" y="160590"/>
                    <a:pt x="0" y="105179"/>
                    <a:pt x="0" y="57684"/>
                  </a:cubicBezTo>
                  <a:cubicBezTo>
                    <a:pt x="0" y="10189"/>
                    <a:pt x="28095" y="-12839"/>
                    <a:pt x="63393" y="7310"/>
                  </a:cubicBezTo>
                  <a:cubicBezTo>
                    <a:pt x="98692" y="27460"/>
                    <a:pt x="126787" y="82870"/>
                    <a:pt x="126787" y="130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291;p46">
              <a:extLst>
                <a:ext uri="{FF2B5EF4-FFF2-40B4-BE49-F238E27FC236}">
                  <a16:creationId xmlns:a16="http://schemas.microsoft.com/office/drawing/2014/main" id="{F1C4DA58-4D5F-FA4D-BD9A-056029406DE2}"/>
                </a:ext>
              </a:extLst>
            </p:cNvPr>
            <p:cNvSpPr/>
            <p:nvPr/>
          </p:nvSpPr>
          <p:spPr>
            <a:xfrm>
              <a:off x="1061303" y="4190012"/>
              <a:ext cx="111515" cy="122336"/>
            </a:xfrm>
            <a:custGeom>
              <a:avLst/>
              <a:gdLst/>
              <a:ahLst/>
              <a:cxnLst/>
              <a:rect l="l" t="t" r="r" b="b"/>
              <a:pathLst>
                <a:path w="1115145" h="1223357" extrusionOk="0">
                  <a:moveTo>
                    <a:pt x="1115145" y="643342"/>
                  </a:moveTo>
                  <a:lnTo>
                    <a:pt x="0" y="0"/>
                  </a:lnTo>
                  <a:lnTo>
                    <a:pt x="0" y="580016"/>
                  </a:lnTo>
                  <a:lnTo>
                    <a:pt x="1115145" y="1223358"/>
                  </a:lnTo>
                  <a:lnTo>
                    <a:pt x="1115145" y="643342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292;p46">
              <a:extLst>
                <a:ext uri="{FF2B5EF4-FFF2-40B4-BE49-F238E27FC236}">
                  <a16:creationId xmlns:a16="http://schemas.microsoft.com/office/drawing/2014/main" id="{6A755387-9E96-4148-8E6F-C5A944634750}"/>
                </a:ext>
              </a:extLst>
            </p:cNvPr>
            <p:cNvSpPr/>
            <p:nvPr/>
          </p:nvSpPr>
          <p:spPr>
            <a:xfrm>
              <a:off x="1089746" y="4220439"/>
              <a:ext cx="33570" cy="26338"/>
            </a:xfrm>
            <a:custGeom>
              <a:avLst/>
              <a:gdLst/>
              <a:ahLst/>
              <a:cxnLst/>
              <a:rect l="l" t="t" r="r" b="b"/>
              <a:pathLst>
                <a:path w="335696" h="263381" extrusionOk="0">
                  <a:moveTo>
                    <a:pt x="0" y="0"/>
                  </a:moveTo>
                  <a:lnTo>
                    <a:pt x="335696" y="193578"/>
                  </a:lnTo>
                  <a:lnTo>
                    <a:pt x="335696" y="263382"/>
                  </a:lnTo>
                  <a:lnTo>
                    <a:pt x="0" y="698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293;p46">
              <a:extLst>
                <a:ext uri="{FF2B5EF4-FFF2-40B4-BE49-F238E27FC236}">
                  <a16:creationId xmlns:a16="http://schemas.microsoft.com/office/drawing/2014/main" id="{55D1D98D-31B1-0347-B82F-E4609CFD3F7E}"/>
                </a:ext>
              </a:extLst>
            </p:cNvPr>
            <p:cNvSpPr/>
            <p:nvPr/>
          </p:nvSpPr>
          <p:spPr>
            <a:xfrm>
              <a:off x="1089818" y="4234361"/>
              <a:ext cx="71461" cy="48215"/>
            </a:xfrm>
            <a:custGeom>
              <a:avLst/>
              <a:gdLst/>
              <a:ahLst/>
              <a:cxnLst/>
              <a:rect l="l" t="t" r="r" b="b"/>
              <a:pathLst>
                <a:path w="714615" h="482146" extrusionOk="0">
                  <a:moveTo>
                    <a:pt x="0" y="0"/>
                  </a:moveTo>
                  <a:lnTo>
                    <a:pt x="714615" y="411624"/>
                  </a:lnTo>
                  <a:lnTo>
                    <a:pt x="714615" y="482147"/>
                  </a:lnTo>
                  <a:lnTo>
                    <a:pt x="0" y="705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294;p46">
              <a:extLst>
                <a:ext uri="{FF2B5EF4-FFF2-40B4-BE49-F238E27FC236}">
                  <a16:creationId xmlns:a16="http://schemas.microsoft.com/office/drawing/2014/main" id="{DB899E50-DCE1-254C-87FC-63519D8E2946}"/>
                </a:ext>
              </a:extLst>
            </p:cNvPr>
            <p:cNvSpPr/>
            <p:nvPr/>
          </p:nvSpPr>
          <p:spPr>
            <a:xfrm>
              <a:off x="1071287" y="4209448"/>
              <a:ext cx="12679" cy="18805"/>
            </a:xfrm>
            <a:custGeom>
              <a:avLst/>
              <a:gdLst/>
              <a:ahLst/>
              <a:cxnLst/>
              <a:rect l="l" t="t" r="r" b="b"/>
              <a:pathLst>
                <a:path w="126786" h="188049" extrusionOk="0">
                  <a:moveTo>
                    <a:pt x="126787" y="130366"/>
                  </a:moveTo>
                  <a:cubicBezTo>
                    <a:pt x="126787" y="177860"/>
                    <a:pt x="98692" y="200888"/>
                    <a:pt x="63393" y="180739"/>
                  </a:cubicBezTo>
                  <a:cubicBezTo>
                    <a:pt x="28095" y="160590"/>
                    <a:pt x="0" y="105179"/>
                    <a:pt x="0" y="57684"/>
                  </a:cubicBezTo>
                  <a:cubicBezTo>
                    <a:pt x="0" y="10189"/>
                    <a:pt x="28095" y="-12839"/>
                    <a:pt x="63393" y="7310"/>
                  </a:cubicBezTo>
                  <a:cubicBezTo>
                    <a:pt x="97971" y="27459"/>
                    <a:pt x="126787" y="82870"/>
                    <a:pt x="126787" y="130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295;p46">
              <a:extLst>
                <a:ext uri="{FF2B5EF4-FFF2-40B4-BE49-F238E27FC236}">
                  <a16:creationId xmlns:a16="http://schemas.microsoft.com/office/drawing/2014/main" id="{72CB11FE-FCE7-4E45-8440-6CB913E1CB2B}"/>
                </a:ext>
              </a:extLst>
            </p:cNvPr>
            <p:cNvSpPr/>
            <p:nvPr/>
          </p:nvSpPr>
          <p:spPr>
            <a:xfrm>
              <a:off x="1227436" y="4284375"/>
              <a:ext cx="92208" cy="138390"/>
            </a:xfrm>
            <a:custGeom>
              <a:avLst/>
              <a:gdLst/>
              <a:ahLst/>
              <a:cxnLst/>
              <a:rect l="l" t="t" r="r" b="b"/>
              <a:pathLst>
                <a:path w="922083" h="1383901" extrusionOk="0">
                  <a:moveTo>
                    <a:pt x="922084" y="957851"/>
                  </a:moveTo>
                  <a:cubicBezTo>
                    <a:pt x="922084" y="1310466"/>
                    <a:pt x="715336" y="1477418"/>
                    <a:pt x="461042" y="1330616"/>
                  </a:cubicBezTo>
                  <a:cubicBezTo>
                    <a:pt x="206028" y="1183813"/>
                    <a:pt x="0" y="778665"/>
                    <a:pt x="0" y="426050"/>
                  </a:cubicBezTo>
                  <a:cubicBezTo>
                    <a:pt x="0" y="73435"/>
                    <a:pt x="206749" y="-93517"/>
                    <a:pt x="461042" y="53286"/>
                  </a:cubicBezTo>
                  <a:cubicBezTo>
                    <a:pt x="716056" y="200089"/>
                    <a:pt x="922084" y="605236"/>
                    <a:pt x="922084" y="957851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296;p46">
              <a:extLst>
                <a:ext uri="{FF2B5EF4-FFF2-40B4-BE49-F238E27FC236}">
                  <a16:creationId xmlns:a16="http://schemas.microsoft.com/office/drawing/2014/main" id="{79089754-7BA5-F443-96D0-98B236F04D60}"/>
                </a:ext>
              </a:extLst>
            </p:cNvPr>
            <p:cNvSpPr/>
            <p:nvPr/>
          </p:nvSpPr>
          <p:spPr>
            <a:xfrm>
              <a:off x="1244674" y="4345448"/>
              <a:ext cx="12534" cy="17095"/>
            </a:xfrm>
            <a:custGeom>
              <a:avLst/>
              <a:gdLst/>
              <a:ahLst/>
              <a:cxnLst/>
              <a:rect l="l" t="t" r="r" b="b"/>
              <a:pathLst>
                <a:path w="125345" h="170952" extrusionOk="0">
                  <a:moveTo>
                    <a:pt x="106616" y="170551"/>
                  </a:moveTo>
                  <a:cubicBezTo>
                    <a:pt x="118862" y="166952"/>
                    <a:pt x="125346" y="153999"/>
                    <a:pt x="125346" y="131691"/>
                  </a:cubicBezTo>
                  <a:cubicBezTo>
                    <a:pt x="125346" y="108663"/>
                    <a:pt x="118862" y="88514"/>
                    <a:pt x="106616" y="71962"/>
                  </a:cubicBezTo>
                  <a:cubicBezTo>
                    <a:pt x="93649" y="55411"/>
                    <a:pt x="74920" y="39579"/>
                    <a:pt x="50426" y="25907"/>
                  </a:cubicBezTo>
                  <a:cubicBezTo>
                    <a:pt x="42502" y="21589"/>
                    <a:pt x="33858" y="16552"/>
                    <a:pt x="24493" y="12234"/>
                  </a:cubicBezTo>
                  <a:cubicBezTo>
                    <a:pt x="15128" y="7196"/>
                    <a:pt x="7204" y="2879"/>
                    <a:pt x="0" y="0"/>
                  </a:cubicBezTo>
                  <a:lnTo>
                    <a:pt x="0" y="123775"/>
                  </a:lnTo>
                  <a:lnTo>
                    <a:pt x="45384" y="149682"/>
                  </a:lnTo>
                  <a:cubicBezTo>
                    <a:pt x="74199" y="166233"/>
                    <a:pt x="94370" y="172709"/>
                    <a:pt x="106616" y="170551"/>
                  </a:cubicBez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297;p46">
              <a:extLst>
                <a:ext uri="{FF2B5EF4-FFF2-40B4-BE49-F238E27FC236}">
                  <a16:creationId xmlns:a16="http://schemas.microsoft.com/office/drawing/2014/main" id="{D76E0A5E-42EF-B049-89D5-E562B8E5ED77}"/>
                </a:ext>
              </a:extLst>
            </p:cNvPr>
            <p:cNvSpPr/>
            <p:nvPr/>
          </p:nvSpPr>
          <p:spPr>
            <a:xfrm>
              <a:off x="1244602" y="4367551"/>
              <a:ext cx="14119" cy="20094"/>
            </a:xfrm>
            <a:custGeom>
              <a:avLst/>
              <a:gdLst/>
              <a:ahLst/>
              <a:cxnLst/>
              <a:rect l="l" t="t" r="r" b="b"/>
              <a:pathLst>
                <a:path w="141193" h="200941" extrusionOk="0">
                  <a:moveTo>
                    <a:pt x="58350" y="33822"/>
                  </a:moveTo>
                  <a:lnTo>
                    <a:pt x="0" y="0"/>
                  </a:lnTo>
                  <a:lnTo>
                    <a:pt x="0" y="148242"/>
                  </a:lnTo>
                  <a:cubicBezTo>
                    <a:pt x="7204" y="153279"/>
                    <a:pt x="14408" y="158317"/>
                    <a:pt x="21611" y="162634"/>
                  </a:cubicBezTo>
                  <a:cubicBezTo>
                    <a:pt x="29535" y="167672"/>
                    <a:pt x="38180" y="172709"/>
                    <a:pt x="47545" y="178466"/>
                  </a:cubicBezTo>
                  <a:cubicBezTo>
                    <a:pt x="75640" y="194298"/>
                    <a:pt x="97971" y="202214"/>
                    <a:pt x="115261" y="200774"/>
                  </a:cubicBezTo>
                  <a:cubicBezTo>
                    <a:pt x="132550" y="200055"/>
                    <a:pt x="141194" y="184223"/>
                    <a:pt x="141194" y="154719"/>
                  </a:cubicBezTo>
                  <a:cubicBezTo>
                    <a:pt x="141194" y="128812"/>
                    <a:pt x="133990" y="105784"/>
                    <a:pt x="119583" y="86355"/>
                  </a:cubicBezTo>
                  <a:cubicBezTo>
                    <a:pt x="105175" y="66925"/>
                    <a:pt x="85005" y="48934"/>
                    <a:pt x="58350" y="33822"/>
                  </a:cubicBez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298;p46">
              <a:extLst>
                <a:ext uri="{FF2B5EF4-FFF2-40B4-BE49-F238E27FC236}">
                  <a16:creationId xmlns:a16="http://schemas.microsoft.com/office/drawing/2014/main" id="{9EDA398D-D08B-E64A-8551-C8D8EB6C17A5}"/>
                </a:ext>
              </a:extLst>
            </p:cNvPr>
            <p:cNvSpPr/>
            <p:nvPr/>
          </p:nvSpPr>
          <p:spPr>
            <a:xfrm>
              <a:off x="1206032" y="4298728"/>
              <a:ext cx="92208" cy="138390"/>
            </a:xfrm>
            <a:custGeom>
              <a:avLst/>
              <a:gdLst/>
              <a:ahLst/>
              <a:cxnLst/>
              <a:rect l="l" t="t" r="r" b="b"/>
              <a:pathLst>
                <a:path w="922083" h="1383901" extrusionOk="0">
                  <a:moveTo>
                    <a:pt x="461042" y="53286"/>
                  </a:moveTo>
                  <a:cubicBezTo>
                    <a:pt x="206028" y="-93517"/>
                    <a:pt x="0" y="73435"/>
                    <a:pt x="0" y="426050"/>
                  </a:cubicBezTo>
                  <a:cubicBezTo>
                    <a:pt x="0" y="778665"/>
                    <a:pt x="206749" y="1183813"/>
                    <a:pt x="461042" y="1330616"/>
                  </a:cubicBezTo>
                  <a:cubicBezTo>
                    <a:pt x="716056" y="1477418"/>
                    <a:pt x="922084" y="1310466"/>
                    <a:pt x="922084" y="957851"/>
                  </a:cubicBezTo>
                  <a:cubicBezTo>
                    <a:pt x="922084" y="605236"/>
                    <a:pt x="715335" y="200089"/>
                    <a:pt x="461042" y="53286"/>
                  </a:cubicBezTo>
                  <a:close/>
                  <a:moveTo>
                    <a:pt x="574862" y="1010384"/>
                  </a:moveTo>
                  <a:cubicBezTo>
                    <a:pt x="550369" y="1019739"/>
                    <a:pt x="516511" y="1014701"/>
                    <a:pt x="473289" y="995271"/>
                  </a:cubicBezTo>
                  <a:lnTo>
                    <a:pt x="473289" y="1081626"/>
                  </a:lnTo>
                  <a:lnTo>
                    <a:pt x="384682" y="1030533"/>
                  </a:lnTo>
                  <a:lnTo>
                    <a:pt x="384682" y="944898"/>
                  </a:lnTo>
                  <a:cubicBezTo>
                    <a:pt x="378199" y="941300"/>
                    <a:pt x="372436" y="936982"/>
                    <a:pt x="365952" y="932664"/>
                  </a:cubicBezTo>
                  <a:cubicBezTo>
                    <a:pt x="343620" y="917552"/>
                    <a:pt x="320568" y="899562"/>
                    <a:pt x="296075" y="878692"/>
                  </a:cubicBezTo>
                  <a:lnTo>
                    <a:pt x="296075" y="321705"/>
                  </a:lnTo>
                  <a:cubicBezTo>
                    <a:pt x="314805" y="327462"/>
                    <a:pt x="335696" y="336098"/>
                    <a:pt x="358748" y="346892"/>
                  </a:cubicBezTo>
                  <a:cubicBezTo>
                    <a:pt x="367393" y="350490"/>
                    <a:pt x="376037" y="354808"/>
                    <a:pt x="384682" y="359126"/>
                  </a:cubicBezTo>
                  <a:lnTo>
                    <a:pt x="384682" y="273490"/>
                  </a:lnTo>
                  <a:lnTo>
                    <a:pt x="473289" y="324584"/>
                  </a:lnTo>
                  <a:lnTo>
                    <a:pt x="472568" y="412377"/>
                  </a:lnTo>
                  <a:cubicBezTo>
                    <a:pt x="479772" y="418134"/>
                    <a:pt x="486976" y="423172"/>
                    <a:pt x="493459" y="428929"/>
                  </a:cubicBezTo>
                  <a:cubicBezTo>
                    <a:pt x="515791" y="446919"/>
                    <a:pt x="535241" y="467069"/>
                    <a:pt x="551089" y="488658"/>
                  </a:cubicBezTo>
                  <a:cubicBezTo>
                    <a:pt x="566938" y="510246"/>
                    <a:pt x="579184" y="534713"/>
                    <a:pt x="587829" y="560620"/>
                  </a:cubicBezTo>
                  <a:cubicBezTo>
                    <a:pt x="597193" y="586526"/>
                    <a:pt x="601516" y="614591"/>
                    <a:pt x="601516" y="644815"/>
                  </a:cubicBezTo>
                  <a:cubicBezTo>
                    <a:pt x="601516" y="690871"/>
                    <a:pt x="585667" y="718217"/>
                    <a:pt x="553971" y="726133"/>
                  </a:cubicBezTo>
                  <a:cubicBezTo>
                    <a:pt x="580625" y="754918"/>
                    <a:pt x="598634" y="783703"/>
                    <a:pt x="607999" y="813207"/>
                  </a:cubicBezTo>
                  <a:cubicBezTo>
                    <a:pt x="617364" y="841992"/>
                    <a:pt x="622407" y="872216"/>
                    <a:pt x="622407" y="901720"/>
                  </a:cubicBezTo>
                  <a:cubicBezTo>
                    <a:pt x="622407" y="962169"/>
                    <a:pt x="606558" y="998150"/>
                    <a:pt x="574862" y="1010384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ABOUT ME</a:t>
            </a:r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body" idx="2"/>
          </p:nvPr>
        </p:nvSpPr>
        <p:spPr>
          <a:xfrm>
            <a:off x="4815599" y="1353950"/>
            <a:ext cx="3473100" cy="2094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Cybersecurity-focused IT leader with 5+ years building and securing enterprise cloud and hybrid infrastructure in fast-paced startup environments.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/>
              <a:t>I translate business risk into actionable security strategy — architecting frameworks, governance, and monitoring that protect data while enabling growth.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Currently leading IT Operations at RightPath Insurance, Bachelor of IT, Cybersecurity and CISSP-certified.</a:t>
            </a:r>
            <a:endParaRPr sz="1200"/>
          </a:p>
        </p:txBody>
      </p:sp>
      <p:sp>
        <p:nvSpPr>
          <p:cNvPr id="108" name="Google Shape;108;p12"/>
          <p:cNvSpPr txBox="1">
            <a:spLocks noGrp="1"/>
          </p:cNvSpPr>
          <p:nvPr>
            <p:ph type="body" idx="1"/>
          </p:nvPr>
        </p:nvSpPr>
        <p:spPr>
          <a:xfrm>
            <a:off x="855275" y="1353950"/>
            <a:ext cx="3473100" cy="2094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/>
              <a:t>PORTFOLIO OVERVIEW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/>
              <a:t>5+ years building and securing enterprise cloud and hybrid infrastructure.</a:t>
            </a:r>
            <a:r>
              <a:rPr lang="en" sz="1200" b="1"/>
              <a:t/>
            </a:r>
            <a:r>
              <a:rPr lang="en" sz="1200"/>
              <a:t/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/>
              <a:t>Currently leading IT Operations at RightPath Insurance, Bachelor of IT, Cybersecurity and CISSP-certified.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/>
              <a:t>Cybersecurity and CISSP-certified.</a:t>
            </a:r>
            <a:endParaRPr/>
          </a:p>
        </p:txBody>
      </p:sp>
      <p:sp>
        <p:nvSpPr>
          <p:cNvPr id="109" name="Google Shape;109;p12"/>
          <p:cNvSpPr txBox="1">
            <a:spLocks noGrp="1"/>
          </p:cNvSpPr>
          <p:nvPr>
            <p:ph type="body" idx="2"/>
          </p:nvPr>
        </p:nvSpPr>
        <p:spPr>
          <a:xfrm>
            <a:off x="855300" y="3753525"/>
            <a:ext cx="7433400" cy="65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accent2"/>
                </a:solidFill>
              </a:rPr>
              <a:t xml:space="preserve">Greenville, SC  |  traceysscott82@gmail.com  |  </a:t>
            </a:r>
            <a:r>
              <a:rPr lang="en" sz="1200" b="1" u="sng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linkedin.com/in/traceysscott</a:t>
            </a:r>
            <a:endParaRPr sz="1200" b="1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accent2"/>
                </a:solidFill>
              </a:rPr>
              <a:t xml:space="preserve"/>
            </a:r>
            <a:r>
              <a:rPr lang="en" sz="1200" u="sng">
                <a:solidFill>
                  <a:schemeClr val="accent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/>
            </a:r>
            <a:r>
              <a:rPr lang="en" sz="1200">
                <a:solidFill>
                  <a:schemeClr val="accent2"/>
                </a:solidFill>
              </a:rPr>
              <a:t/>
            </a:r>
            <a:endParaRPr sz="12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accent2"/>
              </a:solidFill>
            </a:endParaRPr>
          </a:p>
        </p:txBody>
      </p:sp>
      <p:sp>
        <p:nvSpPr>
          <p:cNvPr id="110" name="Google Shape;110;p12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3"/>
          <p:cNvPicPr preferRelativeResize="0"/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3"/>
          <p:cNvSpPr txBox="1">
            <a:spLocks noGrp="1"/>
          </p:cNvSpPr>
          <p:nvPr>
            <p:ph type="ctrTitle" idx="4294967295"/>
          </p:nvPr>
        </p:nvSpPr>
        <p:spPr>
          <a:xfrm>
            <a:off x="199693" y="740470"/>
            <a:ext cx="21927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/>
              <a:t>HELLO!</a:t>
            </a:r>
            <a:endParaRPr sz="4800" dirty="0"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4294967295"/>
          </p:nvPr>
        </p:nvSpPr>
        <p:spPr>
          <a:xfrm>
            <a:off x="0" y="2363638"/>
            <a:ext cx="2651761" cy="2779862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2"/>
                </a:solidFill>
              </a:rPr>
              <a:t>I am Tracey Scott</a:t>
            </a:r>
            <a:endParaRPr sz="1800" dirty="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2"/>
                </a:solidFill>
              </a:rPr>
              <a:t>IT Operations Manager &amp; Business Analyst</a:t>
            </a:r>
            <a:endParaRPr sz="1800" dirty="0">
              <a:solidFill>
                <a:schemeClr val="accent2"/>
              </a:solidFill>
            </a:endParaRPr>
          </a:p>
          <a:p>
            <a:pPr marL="0" lvl="0" indent="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100"/>
              <a:buNone/>
            </a:pPr>
            <a:r>
              <a:rPr lang="en" sz="1800" dirty="0">
                <a:solidFill>
                  <a:schemeClr val="accent2"/>
                </a:solidFill>
              </a:rPr>
              <a:t>Greenville, SC  |  traceysscott82@gmail.com</a:t>
            </a:r>
            <a:endParaRPr sz="1800" dirty="0">
              <a:solidFill>
                <a:schemeClr val="accent2"/>
              </a:solidFill>
            </a:endParaRPr>
          </a:p>
        </p:txBody>
      </p:sp>
      <p:sp>
        <p:nvSpPr>
          <p:cNvPr id="118" name="Google Shape;118;p13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pic>
        <p:nvPicPr>
          <p:cNvPr id="3" name="Picture 2" descr="A person with braided hair wearing a black jacket  AI-generated content may be incorrect.">
            <a:extLst>
              <a:ext uri="{FF2B5EF4-FFF2-40B4-BE49-F238E27FC236}">
                <a16:creationId xmlns:a16="http://schemas.microsoft.com/office/drawing/2014/main" id="{5F8445D4-63F4-82EB-9A64-9DFBE7ABC5E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7000"/>
          </a:blip>
          <a:srcRect l="5670" r="6097"/>
          <a:stretch>
            <a:fillRect/>
          </a:stretch>
        </p:blipFill>
        <p:spPr>
          <a:xfrm>
            <a:off x="2651760" y="0"/>
            <a:ext cx="6583680" cy="50969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 txBox="1">
            <a:spLocks noGrp="1"/>
          </p:cNvSpPr>
          <p:nvPr>
            <p:ph type="ctrTitle"/>
          </p:nvPr>
        </p:nvSpPr>
        <p:spPr>
          <a:xfrm>
            <a:off x="855300" y="1534047"/>
            <a:ext cx="5110800" cy="1159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1</a:t>
            </a:r>
            <a:r>
              <a:rPr lang="en"/>
              <a:t xml:space="preserve"> SKILLS &amp; EXPERTISE</a:t>
            </a:r>
            <a:endParaRPr/>
          </a:p>
        </p:txBody>
      </p:sp>
      <p:sp>
        <p:nvSpPr>
          <p:cNvPr id="124" name="Google Shape;124;p14"/>
          <p:cNvSpPr txBox="1">
            <a:spLocks noGrp="1"/>
          </p:cNvSpPr>
          <p:nvPr>
            <p:ph type="subTitle" idx="1"/>
          </p:nvPr>
        </p:nvSpPr>
        <p:spPr>
          <a:xfrm>
            <a:off x="855300" y="2714552"/>
            <a:ext cx="5110800" cy="4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Core competencies across cybersecurity, cloud, and analytics</a:t>
            </a:r>
            <a:endParaRPr/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BE09234F-AC63-D547-96F7-8F45296756FE}"/>
              </a:ext>
            </a:extLst>
          </p:cNvPr>
          <p:cNvGrpSpPr/>
          <p:nvPr/>
        </p:nvGrpSpPr>
        <p:grpSpPr>
          <a:xfrm>
            <a:off x="5676680" y="1130301"/>
            <a:ext cx="3046932" cy="2869148"/>
            <a:chOff x="5427606" y="1552655"/>
            <a:chExt cx="726137" cy="683768"/>
          </a:xfrm>
        </p:grpSpPr>
        <p:sp>
          <p:nvSpPr>
            <p:cNvPr id="59" name="Google Shape;851;p46">
              <a:extLst>
                <a:ext uri="{FF2B5EF4-FFF2-40B4-BE49-F238E27FC236}">
                  <a16:creationId xmlns:a16="http://schemas.microsoft.com/office/drawing/2014/main" id="{F1C544D4-7F71-D54A-B00D-315A50D52229}"/>
                </a:ext>
              </a:extLst>
            </p:cNvPr>
            <p:cNvSpPr/>
            <p:nvPr/>
          </p:nvSpPr>
          <p:spPr>
            <a:xfrm>
              <a:off x="5572580" y="1632552"/>
              <a:ext cx="178456" cy="192551"/>
            </a:xfrm>
            <a:custGeom>
              <a:avLst/>
              <a:gdLst/>
              <a:ahLst/>
              <a:cxnLst/>
              <a:rect l="l" t="t" r="r" b="b"/>
              <a:pathLst>
                <a:path w="1784563" h="1925515" extrusionOk="0">
                  <a:moveTo>
                    <a:pt x="1784564" y="1004796"/>
                  </a:moveTo>
                  <a:lnTo>
                    <a:pt x="8243" y="0"/>
                  </a:lnTo>
                  <a:lnTo>
                    <a:pt x="0" y="920719"/>
                  </a:lnTo>
                  <a:lnTo>
                    <a:pt x="1776321" y="1925515"/>
                  </a:lnTo>
                  <a:lnTo>
                    <a:pt x="1784564" y="100479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852;p46">
              <a:extLst>
                <a:ext uri="{FF2B5EF4-FFF2-40B4-BE49-F238E27FC236}">
                  <a16:creationId xmlns:a16="http://schemas.microsoft.com/office/drawing/2014/main" id="{8D4662E8-B8D6-A54C-9773-97E896FA4B5B}"/>
                </a:ext>
              </a:extLst>
            </p:cNvPr>
            <p:cNvSpPr/>
            <p:nvPr/>
          </p:nvSpPr>
          <p:spPr>
            <a:xfrm>
              <a:off x="5618439" y="1680309"/>
              <a:ext cx="53496" cy="41296"/>
            </a:xfrm>
            <a:custGeom>
              <a:avLst/>
              <a:gdLst/>
              <a:ahLst/>
              <a:cxnLst/>
              <a:rect l="l" t="t" r="r" b="b"/>
              <a:pathLst>
                <a:path w="534957" h="412963" extrusionOk="0">
                  <a:moveTo>
                    <a:pt x="824" y="0"/>
                  </a:moveTo>
                  <a:lnTo>
                    <a:pt x="534957" y="302510"/>
                  </a:lnTo>
                  <a:lnTo>
                    <a:pt x="534133" y="412964"/>
                  </a:lnTo>
                  <a:lnTo>
                    <a:pt x="0" y="110453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853;p46">
              <a:extLst>
                <a:ext uri="{FF2B5EF4-FFF2-40B4-BE49-F238E27FC236}">
                  <a16:creationId xmlns:a16="http://schemas.microsoft.com/office/drawing/2014/main" id="{1849BD79-1C27-EC45-AD1B-1D7BA595AF18}"/>
                </a:ext>
              </a:extLst>
            </p:cNvPr>
            <p:cNvSpPr/>
            <p:nvPr/>
          </p:nvSpPr>
          <p:spPr>
            <a:xfrm>
              <a:off x="5618275" y="1702420"/>
              <a:ext cx="113833" cy="75586"/>
            </a:xfrm>
            <a:custGeom>
              <a:avLst/>
              <a:gdLst/>
              <a:ahLst/>
              <a:cxnLst/>
              <a:rect l="l" t="t" r="r" b="b"/>
              <a:pathLst>
                <a:path w="1138329" h="755863" extrusionOk="0">
                  <a:moveTo>
                    <a:pt x="824" y="0"/>
                  </a:moveTo>
                  <a:lnTo>
                    <a:pt x="1138329" y="643762"/>
                  </a:lnTo>
                  <a:lnTo>
                    <a:pt x="1137505" y="755864"/>
                  </a:lnTo>
                  <a:lnTo>
                    <a:pt x="0" y="112102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854;p46">
              <a:extLst>
                <a:ext uri="{FF2B5EF4-FFF2-40B4-BE49-F238E27FC236}">
                  <a16:creationId xmlns:a16="http://schemas.microsoft.com/office/drawing/2014/main" id="{DD3E07EE-044A-C440-B626-DAE79832DA31}"/>
                </a:ext>
              </a:extLst>
            </p:cNvPr>
            <p:cNvSpPr/>
            <p:nvPr/>
          </p:nvSpPr>
          <p:spPr>
            <a:xfrm>
              <a:off x="5588934" y="1663110"/>
              <a:ext cx="20197" cy="29795"/>
            </a:xfrm>
            <a:custGeom>
              <a:avLst/>
              <a:gdLst/>
              <a:ahLst/>
              <a:cxnLst/>
              <a:rect l="l" t="t" r="r" b="b"/>
              <a:pathLst>
                <a:path w="201970" h="297952" extrusionOk="0">
                  <a:moveTo>
                    <a:pt x="201960" y="206264"/>
                  </a:moveTo>
                  <a:cubicBezTo>
                    <a:pt x="201135" y="282097"/>
                    <a:pt x="155800" y="318366"/>
                    <a:pt x="99749" y="286219"/>
                  </a:cubicBezTo>
                  <a:cubicBezTo>
                    <a:pt x="43698" y="254896"/>
                    <a:pt x="-813" y="167523"/>
                    <a:pt x="11" y="91689"/>
                  </a:cubicBezTo>
                  <a:cubicBezTo>
                    <a:pt x="835" y="15855"/>
                    <a:pt x="46171" y="-20413"/>
                    <a:pt x="102222" y="11734"/>
                  </a:cubicBezTo>
                  <a:cubicBezTo>
                    <a:pt x="158273" y="43056"/>
                    <a:pt x="202784" y="130430"/>
                    <a:pt x="201960" y="20626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855;p46">
              <a:extLst>
                <a:ext uri="{FF2B5EF4-FFF2-40B4-BE49-F238E27FC236}">
                  <a16:creationId xmlns:a16="http://schemas.microsoft.com/office/drawing/2014/main" id="{366A95C5-5A38-C44C-A7EE-23495A45664C}"/>
                </a:ext>
              </a:extLst>
            </p:cNvPr>
            <p:cNvSpPr/>
            <p:nvPr/>
          </p:nvSpPr>
          <p:spPr>
            <a:xfrm>
              <a:off x="5975369" y="2043872"/>
              <a:ext cx="178374" cy="192551"/>
            </a:xfrm>
            <a:custGeom>
              <a:avLst/>
              <a:gdLst/>
              <a:ahLst/>
              <a:cxnLst/>
              <a:rect l="l" t="t" r="r" b="b"/>
              <a:pathLst>
                <a:path w="1783739" h="1925515" extrusionOk="0">
                  <a:moveTo>
                    <a:pt x="1783740" y="1004796"/>
                  </a:moveTo>
                  <a:lnTo>
                    <a:pt x="8243" y="0"/>
                  </a:lnTo>
                  <a:lnTo>
                    <a:pt x="0" y="920719"/>
                  </a:lnTo>
                  <a:lnTo>
                    <a:pt x="1776321" y="1925515"/>
                  </a:lnTo>
                  <a:lnTo>
                    <a:pt x="1783740" y="100479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856;p46">
              <a:extLst>
                <a:ext uri="{FF2B5EF4-FFF2-40B4-BE49-F238E27FC236}">
                  <a16:creationId xmlns:a16="http://schemas.microsoft.com/office/drawing/2014/main" id="{CAF1EBBB-8F42-A540-988C-94DC34629144}"/>
                </a:ext>
              </a:extLst>
            </p:cNvPr>
            <p:cNvSpPr/>
            <p:nvPr/>
          </p:nvSpPr>
          <p:spPr>
            <a:xfrm>
              <a:off x="6021228" y="2091629"/>
              <a:ext cx="53496" cy="41296"/>
            </a:xfrm>
            <a:custGeom>
              <a:avLst/>
              <a:gdLst/>
              <a:ahLst/>
              <a:cxnLst/>
              <a:rect l="l" t="t" r="r" b="b"/>
              <a:pathLst>
                <a:path w="534957" h="412963" extrusionOk="0">
                  <a:moveTo>
                    <a:pt x="825" y="0"/>
                  </a:moveTo>
                  <a:lnTo>
                    <a:pt x="534957" y="302510"/>
                  </a:lnTo>
                  <a:lnTo>
                    <a:pt x="534133" y="412964"/>
                  </a:lnTo>
                  <a:lnTo>
                    <a:pt x="0" y="110454"/>
                  </a:lnTo>
                  <a:lnTo>
                    <a:pt x="82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857;p46">
              <a:extLst>
                <a:ext uri="{FF2B5EF4-FFF2-40B4-BE49-F238E27FC236}">
                  <a16:creationId xmlns:a16="http://schemas.microsoft.com/office/drawing/2014/main" id="{432B05F2-8270-6240-B2EF-08BFCC483C6E}"/>
                </a:ext>
              </a:extLst>
            </p:cNvPr>
            <p:cNvSpPr/>
            <p:nvPr/>
          </p:nvSpPr>
          <p:spPr>
            <a:xfrm>
              <a:off x="6021064" y="2113740"/>
              <a:ext cx="113833" cy="75586"/>
            </a:xfrm>
            <a:custGeom>
              <a:avLst/>
              <a:gdLst/>
              <a:ahLst/>
              <a:cxnLst/>
              <a:rect l="l" t="t" r="r" b="b"/>
              <a:pathLst>
                <a:path w="1138329" h="755863" extrusionOk="0">
                  <a:moveTo>
                    <a:pt x="825" y="0"/>
                  </a:moveTo>
                  <a:lnTo>
                    <a:pt x="1138329" y="643762"/>
                  </a:lnTo>
                  <a:lnTo>
                    <a:pt x="1137505" y="755863"/>
                  </a:lnTo>
                  <a:lnTo>
                    <a:pt x="0" y="112102"/>
                  </a:lnTo>
                  <a:lnTo>
                    <a:pt x="82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858;p46">
              <a:extLst>
                <a:ext uri="{FF2B5EF4-FFF2-40B4-BE49-F238E27FC236}">
                  <a16:creationId xmlns:a16="http://schemas.microsoft.com/office/drawing/2014/main" id="{A2BC29EB-3E6B-5D43-98E6-674777F7362C}"/>
                </a:ext>
              </a:extLst>
            </p:cNvPr>
            <p:cNvSpPr/>
            <p:nvPr/>
          </p:nvSpPr>
          <p:spPr>
            <a:xfrm>
              <a:off x="5991723" y="2074430"/>
              <a:ext cx="20197" cy="29795"/>
            </a:xfrm>
            <a:custGeom>
              <a:avLst/>
              <a:gdLst/>
              <a:ahLst/>
              <a:cxnLst/>
              <a:rect l="l" t="t" r="r" b="b"/>
              <a:pathLst>
                <a:path w="201970" h="297952" extrusionOk="0">
                  <a:moveTo>
                    <a:pt x="201960" y="206264"/>
                  </a:moveTo>
                  <a:cubicBezTo>
                    <a:pt x="201135" y="282097"/>
                    <a:pt x="155800" y="318366"/>
                    <a:pt x="99749" y="286219"/>
                  </a:cubicBezTo>
                  <a:cubicBezTo>
                    <a:pt x="43698" y="254896"/>
                    <a:pt x="-813" y="167523"/>
                    <a:pt x="11" y="91689"/>
                  </a:cubicBezTo>
                  <a:cubicBezTo>
                    <a:pt x="835" y="15855"/>
                    <a:pt x="46171" y="-20413"/>
                    <a:pt x="102222" y="11734"/>
                  </a:cubicBezTo>
                  <a:cubicBezTo>
                    <a:pt x="158272" y="43056"/>
                    <a:pt x="202784" y="130430"/>
                    <a:pt x="201960" y="20626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859;p46">
              <a:extLst>
                <a:ext uri="{FF2B5EF4-FFF2-40B4-BE49-F238E27FC236}">
                  <a16:creationId xmlns:a16="http://schemas.microsoft.com/office/drawing/2014/main" id="{7631B307-8DD9-6D4A-897D-3C8FC52157C9}"/>
                </a:ext>
              </a:extLst>
            </p:cNvPr>
            <p:cNvSpPr/>
            <p:nvPr/>
          </p:nvSpPr>
          <p:spPr>
            <a:xfrm>
              <a:off x="5805575" y="1552655"/>
              <a:ext cx="281739" cy="470993"/>
            </a:xfrm>
            <a:custGeom>
              <a:avLst/>
              <a:gdLst/>
              <a:ahLst/>
              <a:cxnLst/>
              <a:rect l="l" t="t" r="r" b="b"/>
              <a:pathLst>
                <a:path w="2817385" h="4709929" extrusionOk="0">
                  <a:moveTo>
                    <a:pt x="1415287" y="36268"/>
                  </a:moveTo>
                  <a:cubicBezTo>
                    <a:pt x="1080630" y="101386"/>
                    <a:pt x="328063" y="185463"/>
                    <a:pt x="0" y="0"/>
                  </a:cubicBezTo>
                  <a:cubicBezTo>
                    <a:pt x="2473" y="1312252"/>
                    <a:pt x="323942" y="3174298"/>
                    <a:pt x="1374897" y="4709930"/>
                  </a:cubicBezTo>
                  <a:cubicBezTo>
                    <a:pt x="2442338" y="4372799"/>
                    <a:pt x="2792657" y="2891570"/>
                    <a:pt x="2817385" y="1594980"/>
                  </a:cubicBezTo>
                  <a:cubicBezTo>
                    <a:pt x="2489322" y="1408693"/>
                    <a:pt x="1745823" y="478082"/>
                    <a:pt x="1415287" y="36268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860;p46">
              <a:extLst>
                <a:ext uri="{FF2B5EF4-FFF2-40B4-BE49-F238E27FC236}">
                  <a16:creationId xmlns:a16="http://schemas.microsoft.com/office/drawing/2014/main" id="{F702330B-50D6-094E-AB43-9A0E6931B525}"/>
                </a:ext>
              </a:extLst>
            </p:cNvPr>
            <p:cNvSpPr/>
            <p:nvPr/>
          </p:nvSpPr>
          <p:spPr>
            <a:xfrm>
              <a:off x="5764811" y="1579780"/>
              <a:ext cx="281738" cy="470993"/>
            </a:xfrm>
            <a:custGeom>
              <a:avLst/>
              <a:gdLst/>
              <a:ahLst/>
              <a:cxnLst/>
              <a:rect l="l" t="t" r="r" b="b"/>
              <a:pathLst>
                <a:path w="2817384" h="4709929" extrusionOk="0">
                  <a:moveTo>
                    <a:pt x="1415287" y="36268"/>
                  </a:moveTo>
                  <a:cubicBezTo>
                    <a:pt x="1080630" y="101386"/>
                    <a:pt x="328063" y="185463"/>
                    <a:pt x="0" y="0"/>
                  </a:cubicBezTo>
                  <a:cubicBezTo>
                    <a:pt x="2473" y="1312252"/>
                    <a:pt x="323942" y="3174298"/>
                    <a:pt x="1374897" y="4709930"/>
                  </a:cubicBezTo>
                  <a:cubicBezTo>
                    <a:pt x="2442338" y="4372799"/>
                    <a:pt x="2792657" y="2890746"/>
                    <a:pt x="2817385" y="1594980"/>
                  </a:cubicBezTo>
                  <a:cubicBezTo>
                    <a:pt x="2489322" y="1408693"/>
                    <a:pt x="1745823" y="478082"/>
                    <a:pt x="1415287" y="36268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861;p46">
              <a:extLst>
                <a:ext uri="{FF2B5EF4-FFF2-40B4-BE49-F238E27FC236}">
                  <a16:creationId xmlns:a16="http://schemas.microsoft.com/office/drawing/2014/main" id="{B55041BE-B97C-AB43-9894-1BB2E773925D}"/>
                </a:ext>
              </a:extLst>
            </p:cNvPr>
            <p:cNvSpPr/>
            <p:nvPr/>
          </p:nvSpPr>
          <p:spPr>
            <a:xfrm>
              <a:off x="5901978" y="1583397"/>
              <a:ext cx="144249" cy="467284"/>
            </a:xfrm>
            <a:custGeom>
              <a:avLst/>
              <a:gdLst/>
              <a:ahLst/>
              <a:cxnLst/>
              <a:rect l="l" t="t" r="r" b="b"/>
              <a:pathLst>
                <a:path w="1442487" h="4672836" extrusionOk="0">
                  <a:moveTo>
                    <a:pt x="1442488" y="1557887"/>
                  </a:moveTo>
                  <a:cubicBezTo>
                    <a:pt x="1113601" y="1371600"/>
                    <a:pt x="370925" y="441813"/>
                    <a:pt x="40389" y="0"/>
                  </a:cubicBezTo>
                  <a:lnTo>
                    <a:pt x="0" y="4672837"/>
                  </a:lnTo>
                  <a:cubicBezTo>
                    <a:pt x="1066617" y="4336531"/>
                    <a:pt x="1416935" y="2854478"/>
                    <a:pt x="1442488" y="1557887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862;p46">
              <a:extLst>
                <a:ext uri="{FF2B5EF4-FFF2-40B4-BE49-F238E27FC236}">
                  <a16:creationId xmlns:a16="http://schemas.microsoft.com/office/drawing/2014/main" id="{8B50823C-5A96-3641-A556-DAE95298F1B5}"/>
                </a:ext>
              </a:extLst>
            </p:cNvPr>
            <p:cNvSpPr/>
            <p:nvPr/>
          </p:nvSpPr>
          <p:spPr>
            <a:xfrm>
              <a:off x="5727992" y="1830649"/>
              <a:ext cx="165515" cy="394994"/>
            </a:xfrm>
            <a:custGeom>
              <a:avLst/>
              <a:gdLst/>
              <a:ahLst/>
              <a:cxnLst/>
              <a:rect l="l" t="t" r="r" b="b"/>
              <a:pathLst>
                <a:path w="1655151" h="3949944" extrusionOk="0">
                  <a:moveTo>
                    <a:pt x="0" y="0"/>
                  </a:moveTo>
                  <a:lnTo>
                    <a:pt x="1654328" y="910828"/>
                  </a:lnTo>
                  <a:lnTo>
                    <a:pt x="1655152" y="3949944"/>
                  </a:lnTo>
                  <a:lnTo>
                    <a:pt x="824" y="303994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863;p46">
              <a:extLst>
                <a:ext uri="{FF2B5EF4-FFF2-40B4-BE49-F238E27FC236}">
                  <a16:creationId xmlns:a16="http://schemas.microsoft.com/office/drawing/2014/main" id="{70642E7E-77CA-1E48-AB32-9B17E91E469B}"/>
                </a:ext>
              </a:extLst>
            </p:cNvPr>
            <p:cNvSpPr/>
            <p:nvPr/>
          </p:nvSpPr>
          <p:spPr>
            <a:xfrm>
              <a:off x="5749360" y="2007787"/>
              <a:ext cx="125043" cy="177632"/>
            </a:xfrm>
            <a:custGeom>
              <a:avLst/>
              <a:gdLst/>
              <a:ahLst/>
              <a:cxnLst/>
              <a:rect l="l" t="t" r="r" b="b"/>
              <a:pathLst>
                <a:path w="1250431" h="1776320" extrusionOk="0">
                  <a:moveTo>
                    <a:pt x="0" y="0"/>
                  </a:moveTo>
                  <a:lnTo>
                    <a:pt x="1247134" y="686624"/>
                  </a:lnTo>
                  <a:lnTo>
                    <a:pt x="1250431" y="1776321"/>
                  </a:lnTo>
                  <a:lnTo>
                    <a:pt x="3297" y="10896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864;p46">
              <a:extLst>
                <a:ext uri="{FF2B5EF4-FFF2-40B4-BE49-F238E27FC236}">
                  <a16:creationId xmlns:a16="http://schemas.microsoft.com/office/drawing/2014/main" id="{0009CD3E-4917-7D4D-94AF-A19C3722079A}"/>
                </a:ext>
              </a:extLst>
            </p:cNvPr>
            <p:cNvSpPr/>
            <p:nvPr/>
          </p:nvSpPr>
          <p:spPr>
            <a:xfrm>
              <a:off x="5751579" y="1935452"/>
              <a:ext cx="57700" cy="42945"/>
            </a:xfrm>
            <a:custGeom>
              <a:avLst/>
              <a:gdLst/>
              <a:ahLst/>
              <a:cxnLst/>
              <a:rect l="l" t="t" r="r" b="b"/>
              <a:pathLst>
                <a:path w="576995" h="429449" extrusionOk="0">
                  <a:moveTo>
                    <a:pt x="0" y="0"/>
                  </a:moveTo>
                  <a:lnTo>
                    <a:pt x="576995" y="317347"/>
                  </a:lnTo>
                  <a:lnTo>
                    <a:pt x="576995" y="429449"/>
                  </a:lnTo>
                  <a:lnTo>
                    <a:pt x="0" y="112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865;p46">
              <a:extLst>
                <a:ext uri="{FF2B5EF4-FFF2-40B4-BE49-F238E27FC236}">
                  <a16:creationId xmlns:a16="http://schemas.microsoft.com/office/drawing/2014/main" id="{8069BFE1-A2A5-C847-A718-722005375BF8}"/>
                </a:ext>
              </a:extLst>
            </p:cNvPr>
            <p:cNvSpPr/>
            <p:nvPr/>
          </p:nvSpPr>
          <p:spPr>
            <a:xfrm>
              <a:off x="5751826" y="1957646"/>
              <a:ext cx="57700" cy="42945"/>
            </a:xfrm>
            <a:custGeom>
              <a:avLst/>
              <a:gdLst/>
              <a:ahLst/>
              <a:cxnLst/>
              <a:rect l="l" t="t" r="r" b="b"/>
              <a:pathLst>
                <a:path w="576995" h="429449" extrusionOk="0">
                  <a:moveTo>
                    <a:pt x="0" y="0"/>
                  </a:moveTo>
                  <a:lnTo>
                    <a:pt x="576995" y="317347"/>
                  </a:lnTo>
                  <a:lnTo>
                    <a:pt x="576995" y="429449"/>
                  </a:lnTo>
                  <a:lnTo>
                    <a:pt x="0" y="112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866;p46">
              <a:extLst>
                <a:ext uri="{FF2B5EF4-FFF2-40B4-BE49-F238E27FC236}">
                  <a16:creationId xmlns:a16="http://schemas.microsoft.com/office/drawing/2014/main" id="{B512B5AA-5BDF-1249-8D89-119AD0114FE7}"/>
                </a:ext>
              </a:extLst>
            </p:cNvPr>
            <p:cNvSpPr/>
            <p:nvPr/>
          </p:nvSpPr>
          <p:spPr>
            <a:xfrm>
              <a:off x="5751744" y="1979017"/>
              <a:ext cx="109464" cy="71465"/>
            </a:xfrm>
            <a:custGeom>
              <a:avLst/>
              <a:gdLst/>
              <a:ahLst/>
              <a:cxnLst/>
              <a:rect l="l" t="t" r="r" b="b"/>
              <a:pathLst>
                <a:path w="1094642" h="714649" extrusionOk="0">
                  <a:moveTo>
                    <a:pt x="0" y="0"/>
                  </a:moveTo>
                  <a:lnTo>
                    <a:pt x="1094643" y="602548"/>
                  </a:lnTo>
                  <a:lnTo>
                    <a:pt x="1094643" y="714650"/>
                  </a:lnTo>
                  <a:lnTo>
                    <a:pt x="0" y="112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867;p46">
              <a:extLst>
                <a:ext uri="{FF2B5EF4-FFF2-40B4-BE49-F238E27FC236}">
                  <a16:creationId xmlns:a16="http://schemas.microsoft.com/office/drawing/2014/main" id="{9413810C-4B1C-4045-9C07-58CE519428A8}"/>
                </a:ext>
              </a:extLst>
            </p:cNvPr>
            <p:cNvSpPr/>
            <p:nvPr/>
          </p:nvSpPr>
          <p:spPr>
            <a:xfrm>
              <a:off x="5727992" y="1830649"/>
              <a:ext cx="165598" cy="143589"/>
            </a:xfrm>
            <a:custGeom>
              <a:avLst/>
              <a:gdLst/>
              <a:ahLst/>
              <a:cxnLst/>
              <a:rect l="l" t="t" r="r" b="b"/>
              <a:pathLst>
                <a:path w="1655976" h="1435893" extrusionOk="0">
                  <a:moveTo>
                    <a:pt x="0" y="0"/>
                  </a:moveTo>
                  <a:lnTo>
                    <a:pt x="1654328" y="910828"/>
                  </a:lnTo>
                  <a:lnTo>
                    <a:pt x="1655976" y="1435894"/>
                  </a:lnTo>
                  <a:lnTo>
                    <a:pt x="824" y="525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868;p46">
              <a:extLst>
                <a:ext uri="{FF2B5EF4-FFF2-40B4-BE49-F238E27FC236}">
                  <a16:creationId xmlns:a16="http://schemas.microsoft.com/office/drawing/2014/main" id="{E29E4F4A-7E1E-A945-AE5F-D7EE3157C3D7}"/>
                </a:ext>
              </a:extLst>
            </p:cNvPr>
            <p:cNvSpPr/>
            <p:nvPr/>
          </p:nvSpPr>
          <p:spPr>
            <a:xfrm>
              <a:off x="5748292" y="1858619"/>
              <a:ext cx="21019" cy="31031"/>
            </a:xfrm>
            <a:custGeom>
              <a:avLst/>
              <a:gdLst/>
              <a:ahLst/>
              <a:cxnLst/>
              <a:rect l="l" t="t" r="r" b="b"/>
              <a:pathLst>
                <a:path w="210191" h="310309" extrusionOk="0">
                  <a:moveTo>
                    <a:pt x="210191" y="213266"/>
                  </a:moveTo>
                  <a:cubicBezTo>
                    <a:pt x="210191" y="292397"/>
                    <a:pt x="163207" y="331138"/>
                    <a:pt x="105508" y="298991"/>
                  </a:cubicBezTo>
                  <a:cubicBezTo>
                    <a:pt x="47808" y="266845"/>
                    <a:pt x="0" y="176998"/>
                    <a:pt x="0" y="97043"/>
                  </a:cubicBezTo>
                  <a:cubicBezTo>
                    <a:pt x="0" y="17912"/>
                    <a:pt x="46984" y="-20829"/>
                    <a:pt x="104683" y="11318"/>
                  </a:cubicBezTo>
                  <a:cubicBezTo>
                    <a:pt x="163207" y="43465"/>
                    <a:pt x="210191" y="134136"/>
                    <a:pt x="210191" y="213266"/>
                  </a:cubicBez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869;p46">
              <a:extLst>
                <a:ext uri="{FF2B5EF4-FFF2-40B4-BE49-F238E27FC236}">
                  <a16:creationId xmlns:a16="http://schemas.microsoft.com/office/drawing/2014/main" id="{9342584C-8AED-5444-BBE5-C312B063BDF0}"/>
                </a:ext>
              </a:extLst>
            </p:cNvPr>
            <p:cNvSpPr/>
            <p:nvPr/>
          </p:nvSpPr>
          <p:spPr>
            <a:xfrm>
              <a:off x="5825792" y="1961756"/>
              <a:ext cx="112349" cy="106909"/>
            </a:xfrm>
            <a:custGeom>
              <a:avLst/>
              <a:gdLst/>
              <a:ahLst/>
              <a:cxnLst/>
              <a:rect l="l" t="t" r="r" b="b"/>
              <a:pathLst>
                <a:path w="1123491" h="1069089" extrusionOk="0">
                  <a:moveTo>
                    <a:pt x="1649" y="451705"/>
                  </a:moveTo>
                  <a:lnTo>
                    <a:pt x="0" y="0"/>
                  </a:lnTo>
                  <a:lnTo>
                    <a:pt x="1121843" y="617385"/>
                  </a:lnTo>
                  <a:lnTo>
                    <a:pt x="1123492" y="1069090"/>
                  </a:lnTo>
                  <a:lnTo>
                    <a:pt x="1649" y="451705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870;p46">
              <a:extLst>
                <a:ext uri="{FF2B5EF4-FFF2-40B4-BE49-F238E27FC236}">
                  <a16:creationId xmlns:a16="http://schemas.microsoft.com/office/drawing/2014/main" id="{401896DD-CA7B-4441-B937-FAF703375A3A}"/>
                </a:ext>
              </a:extLst>
            </p:cNvPr>
            <p:cNvSpPr/>
            <p:nvPr/>
          </p:nvSpPr>
          <p:spPr>
            <a:xfrm>
              <a:off x="5453658" y="1675459"/>
              <a:ext cx="245388" cy="288992"/>
            </a:xfrm>
            <a:custGeom>
              <a:avLst/>
              <a:gdLst/>
              <a:ahLst/>
              <a:cxnLst/>
              <a:rect l="l" t="t" r="r" b="b"/>
              <a:pathLst>
                <a:path w="2453878" h="2889921" extrusionOk="0">
                  <a:moveTo>
                    <a:pt x="2453054" y="1415287"/>
                  </a:moveTo>
                  <a:lnTo>
                    <a:pt x="0" y="0"/>
                  </a:lnTo>
                  <a:lnTo>
                    <a:pt x="824" y="1278456"/>
                  </a:lnTo>
                  <a:lnTo>
                    <a:pt x="2237093" y="2569277"/>
                  </a:lnTo>
                  <a:lnTo>
                    <a:pt x="2453878" y="2889922"/>
                  </a:lnTo>
                  <a:lnTo>
                    <a:pt x="2453054" y="14152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871;p46">
              <a:extLst>
                <a:ext uri="{FF2B5EF4-FFF2-40B4-BE49-F238E27FC236}">
                  <a16:creationId xmlns:a16="http://schemas.microsoft.com/office/drawing/2014/main" id="{51A54E27-16EF-104C-AC3D-E216B915F69C}"/>
                </a:ext>
              </a:extLst>
            </p:cNvPr>
            <p:cNvSpPr/>
            <p:nvPr/>
          </p:nvSpPr>
          <p:spPr>
            <a:xfrm>
              <a:off x="5427606" y="1690501"/>
              <a:ext cx="92567" cy="88115"/>
            </a:xfrm>
            <a:custGeom>
              <a:avLst/>
              <a:gdLst/>
              <a:ahLst/>
              <a:cxnLst/>
              <a:rect l="l" t="t" r="r" b="b"/>
              <a:pathLst>
                <a:path w="925665" h="881154" extrusionOk="0">
                  <a:moveTo>
                    <a:pt x="0" y="347021"/>
                  </a:moveTo>
                  <a:lnTo>
                    <a:pt x="0" y="0"/>
                  </a:lnTo>
                  <a:lnTo>
                    <a:pt x="925665" y="534133"/>
                  </a:lnTo>
                  <a:lnTo>
                    <a:pt x="925665" y="881154"/>
                  </a:lnTo>
                  <a:lnTo>
                    <a:pt x="0" y="34702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72;p46">
              <a:extLst>
                <a:ext uri="{FF2B5EF4-FFF2-40B4-BE49-F238E27FC236}">
                  <a16:creationId xmlns:a16="http://schemas.microsoft.com/office/drawing/2014/main" id="{E2846B7A-A559-CD44-BDEA-12CA181049EA}"/>
                </a:ext>
              </a:extLst>
            </p:cNvPr>
            <p:cNvSpPr/>
            <p:nvPr/>
          </p:nvSpPr>
          <p:spPr>
            <a:xfrm>
              <a:off x="5581785" y="1780426"/>
              <a:ext cx="53743" cy="42203"/>
            </a:xfrm>
            <a:custGeom>
              <a:avLst/>
              <a:gdLst/>
              <a:ahLst/>
              <a:cxnLst/>
              <a:rect l="l" t="t" r="r" b="b"/>
              <a:pathLst>
                <a:path w="537429" h="422030" extrusionOk="0">
                  <a:moveTo>
                    <a:pt x="537430" y="309929"/>
                  </a:moveTo>
                  <a:lnTo>
                    <a:pt x="0" y="0"/>
                  </a:lnTo>
                  <a:lnTo>
                    <a:pt x="0" y="112102"/>
                  </a:lnTo>
                  <a:lnTo>
                    <a:pt x="537430" y="422031"/>
                  </a:lnTo>
                  <a:lnTo>
                    <a:pt x="537430" y="309929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73;p46">
              <a:extLst>
                <a:ext uri="{FF2B5EF4-FFF2-40B4-BE49-F238E27FC236}">
                  <a16:creationId xmlns:a16="http://schemas.microsoft.com/office/drawing/2014/main" id="{6B09356E-791A-654F-AAEA-B6EFEAB94208}"/>
                </a:ext>
              </a:extLst>
            </p:cNvPr>
            <p:cNvSpPr/>
            <p:nvPr/>
          </p:nvSpPr>
          <p:spPr>
            <a:xfrm>
              <a:off x="5532063" y="1774179"/>
              <a:ext cx="103612" cy="70970"/>
            </a:xfrm>
            <a:custGeom>
              <a:avLst/>
              <a:gdLst/>
              <a:ahLst/>
              <a:cxnLst/>
              <a:rect l="l" t="t" r="r" b="b"/>
              <a:pathLst>
                <a:path w="1036118" h="709704" extrusionOk="0">
                  <a:moveTo>
                    <a:pt x="1036119" y="597602"/>
                  </a:moveTo>
                  <a:lnTo>
                    <a:pt x="0" y="0"/>
                  </a:lnTo>
                  <a:lnTo>
                    <a:pt x="0" y="112102"/>
                  </a:lnTo>
                  <a:lnTo>
                    <a:pt x="1036119" y="709704"/>
                  </a:lnTo>
                  <a:lnTo>
                    <a:pt x="1036119" y="597602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74;p46">
              <a:extLst>
                <a:ext uri="{FF2B5EF4-FFF2-40B4-BE49-F238E27FC236}">
                  <a16:creationId xmlns:a16="http://schemas.microsoft.com/office/drawing/2014/main" id="{39C684C9-2175-F44D-86D6-475591F4D129}"/>
                </a:ext>
              </a:extLst>
            </p:cNvPr>
            <p:cNvSpPr/>
            <p:nvPr/>
          </p:nvSpPr>
          <p:spPr>
            <a:xfrm>
              <a:off x="5510202" y="1783879"/>
              <a:ext cx="125538" cy="83664"/>
            </a:xfrm>
            <a:custGeom>
              <a:avLst/>
              <a:gdLst/>
              <a:ahLst/>
              <a:cxnLst/>
              <a:rect l="l" t="t" r="r" b="b"/>
              <a:pathLst>
                <a:path w="1255376" h="836643" extrusionOk="0">
                  <a:moveTo>
                    <a:pt x="1255377" y="724541"/>
                  </a:moveTo>
                  <a:lnTo>
                    <a:pt x="0" y="0"/>
                  </a:lnTo>
                  <a:lnTo>
                    <a:pt x="0" y="112102"/>
                  </a:lnTo>
                  <a:lnTo>
                    <a:pt x="1255377" y="836643"/>
                  </a:lnTo>
                  <a:lnTo>
                    <a:pt x="1255377" y="72454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75;p46">
              <a:extLst>
                <a:ext uri="{FF2B5EF4-FFF2-40B4-BE49-F238E27FC236}">
                  <a16:creationId xmlns:a16="http://schemas.microsoft.com/office/drawing/2014/main" id="{00371F1F-A651-1D49-B588-7A122CE19AFD}"/>
                </a:ext>
              </a:extLst>
            </p:cNvPr>
            <p:cNvSpPr/>
            <p:nvPr/>
          </p:nvSpPr>
          <p:spPr>
            <a:xfrm>
              <a:off x="5648519" y="1818004"/>
              <a:ext cx="27861" cy="41435"/>
            </a:xfrm>
            <a:custGeom>
              <a:avLst/>
              <a:gdLst/>
              <a:ahLst/>
              <a:cxnLst/>
              <a:rect l="l" t="t" r="r" b="b"/>
              <a:pathLst>
                <a:path w="278606" h="414354" extrusionOk="0">
                  <a:moveTo>
                    <a:pt x="0" y="126810"/>
                  </a:moveTo>
                  <a:cubicBezTo>
                    <a:pt x="0" y="232318"/>
                    <a:pt x="62645" y="353487"/>
                    <a:pt x="139303" y="397998"/>
                  </a:cubicBezTo>
                  <a:cubicBezTo>
                    <a:pt x="215961" y="442509"/>
                    <a:pt x="278606" y="393052"/>
                    <a:pt x="278606" y="287545"/>
                  </a:cubicBezTo>
                  <a:cubicBezTo>
                    <a:pt x="278606" y="182037"/>
                    <a:pt x="215961" y="60868"/>
                    <a:pt x="139303" y="16357"/>
                  </a:cubicBezTo>
                  <a:cubicBezTo>
                    <a:pt x="62645" y="-28154"/>
                    <a:pt x="0" y="21303"/>
                    <a:pt x="0" y="126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876;p46">
              <a:extLst>
                <a:ext uri="{FF2B5EF4-FFF2-40B4-BE49-F238E27FC236}">
                  <a16:creationId xmlns:a16="http://schemas.microsoft.com/office/drawing/2014/main" id="{179CD420-7576-1D46-A72C-8DA7A801DA08}"/>
                </a:ext>
              </a:extLst>
            </p:cNvPr>
            <p:cNvSpPr/>
            <p:nvPr/>
          </p:nvSpPr>
          <p:spPr>
            <a:xfrm>
              <a:off x="5585154" y="1946757"/>
              <a:ext cx="68910" cy="93879"/>
            </a:xfrm>
            <a:custGeom>
              <a:avLst/>
              <a:gdLst/>
              <a:ahLst/>
              <a:cxnLst/>
              <a:rect l="l" t="t" r="r" b="b"/>
              <a:pathLst>
                <a:path w="689097" h="938791" extrusionOk="0">
                  <a:moveTo>
                    <a:pt x="344549" y="11931"/>
                  </a:moveTo>
                  <a:cubicBezTo>
                    <a:pt x="394005" y="39956"/>
                    <a:pt x="433571" y="109196"/>
                    <a:pt x="433571" y="166071"/>
                  </a:cubicBezTo>
                  <a:lnTo>
                    <a:pt x="433571" y="417476"/>
                  </a:lnTo>
                  <a:lnTo>
                    <a:pt x="600075" y="513092"/>
                  </a:lnTo>
                  <a:cubicBezTo>
                    <a:pt x="649532" y="541118"/>
                    <a:pt x="689097" y="610357"/>
                    <a:pt x="689097" y="667233"/>
                  </a:cubicBezTo>
                  <a:cubicBezTo>
                    <a:pt x="689097" y="724107"/>
                    <a:pt x="649532" y="747188"/>
                    <a:pt x="600075" y="719162"/>
                  </a:cubicBezTo>
                  <a:lnTo>
                    <a:pt x="433571" y="623546"/>
                  </a:lnTo>
                  <a:lnTo>
                    <a:pt x="433571" y="874951"/>
                  </a:lnTo>
                  <a:cubicBezTo>
                    <a:pt x="433571" y="931826"/>
                    <a:pt x="394005" y="954906"/>
                    <a:pt x="344549" y="926880"/>
                  </a:cubicBezTo>
                  <a:cubicBezTo>
                    <a:pt x="295092" y="898855"/>
                    <a:pt x="255526" y="829616"/>
                    <a:pt x="255526" y="772740"/>
                  </a:cubicBezTo>
                  <a:lnTo>
                    <a:pt x="255526" y="521335"/>
                  </a:lnTo>
                  <a:lnTo>
                    <a:pt x="89022" y="424894"/>
                  </a:lnTo>
                  <a:cubicBezTo>
                    <a:pt x="39565" y="396869"/>
                    <a:pt x="0" y="327630"/>
                    <a:pt x="0" y="270754"/>
                  </a:cubicBezTo>
                  <a:cubicBezTo>
                    <a:pt x="0" y="213879"/>
                    <a:pt x="39565" y="190799"/>
                    <a:pt x="89022" y="218825"/>
                  </a:cubicBezTo>
                  <a:lnTo>
                    <a:pt x="255526" y="314441"/>
                  </a:lnTo>
                  <a:lnTo>
                    <a:pt x="255526" y="63036"/>
                  </a:lnTo>
                  <a:cubicBezTo>
                    <a:pt x="255526" y="6985"/>
                    <a:pt x="295092" y="-16095"/>
                    <a:pt x="344549" y="11931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5"/>
          <p:cNvSpPr txBox="1">
            <a:spLocks noGrp="1"/>
          </p:cNvSpPr>
          <p:nvPr>
            <p:ph type="body" idx="1"/>
          </p:nvPr>
        </p:nvSpPr>
        <p:spPr>
          <a:xfrm>
            <a:off x="855300" y="2161800"/>
            <a:ext cx="5307000" cy="81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“I translate business risk into actionable security strategy — architecting frameworks, governance, and monitoring that protect data while enabling growth.”</a:t>
            </a:r>
            <a:endParaRPr/>
          </a:p>
        </p:txBody>
      </p:sp>
      <p:sp>
        <p:nvSpPr>
          <p:cNvPr id="157" name="Google Shape;157;p15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6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CORE COMPETENCIES</a:t>
            </a:r>
            <a:endParaRPr/>
          </a:p>
        </p:txBody>
      </p:sp>
      <p:sp>
        <p:nvSpPr>
          <p:cNvPr id="163" name="Google Shape;163;p16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5307000" cy="30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IDS/IPS &amp; Firewall Administration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Endpoint / EDR &amp; MDM Management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Incident Response &amp; IR Playbooks</a:t>
            </a:r>
            <a:endParaRPr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Org-wide Security Training via KnowBe4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IAM / RBAC / Azure AD Controls</a:t>
            </a:r>
            <a:endParaRPr/>
          </a:p>
        </p:txBody>
      </p:sp>
      <p:sp>
        <p:nvSpPr>
          <p:cNvPr id="164" name="Google Shape;164;p16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pSp>
        <p:nvGrpSpPr>
          <p:cNvPr id="57" name="Grupo 56">
            <a:extLst>
              <a:ext uri="{FF2B5EF4-FFF2-40B4-BE49-F238E27FC236}">
                <a16:creationId xmlns:a16="http://schemas.microsoft.com/office/drawing/2014/main" id="{C0C1C295-AE29-2E4F-A5BC-9C660106B1F1}"/>
              </a:ext>
            </a:extLst>
          </p:cNvPr>
          <p:cNvGrpSpPr/>
          <p:nvPr/>
        </p:nvGrpSpPr>
        <p:grpSpPr>
          <a:xfrm>
            <a:off x="6114994" y="720387"/>
            <a:ext cx="2731502" cy="3852570"/>
            <a:chOff x="996049" y="1552369"/>
            <a:chExt cx="485510" cy="684774"/>
          </a:xfrm>
        </p:grpSpPr>
        <p:sp>
          <p:nvSpPr>
            <p:cNvPr id="58" name="Google Shape;902;p46">
              <a:extLst>
                <a:ext uri="{FF2B5EF4-FFF2-40B4-BE49-F238E27FC236}">
                  <a16:creationId xmlns:a16="http://schemas.microsoft.com/office/drawing/2014/main" id="{D96D4595-E404-834E-951C-2CD9F0E1C199}"/>
                </a:ext>
              </a:extLst>
            </p:cNvPr>
            <p:cNvSpPr/>
            <p:nvPr/>
          </p:nvSpPr>
          <p:spPr>
            <a:xfrm>
              <a:off x="1264384" y="1758365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903;p46">
              <a:extLst>
                <a:ext uri="{FF2B5EF4-FFF2-40B4-BE49-F238E27FC236}">
                  <a16:creationId xmlns:a16="http://schemas.microsoft.com/office/drawing/2014/main" id="{73A75B6A-CDD1-0143-B91F-E7DFEBB3DDAD}"/>
                </a:ext>
              </a:extLst>
            </p:cNvPr>
            <p:cNvSpPr/>
            <p:nvPr/>
          </p:nvSpPr>
          <p:spPr>
            <a:xfrm>
              <a:off x="1310707" y="1552369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6" y="1601370"/>
                    <a:pt x="0" y="1053660"/>
                    <a:pt x="0" y="576322"/>
                  </a:cubicBezTo>
                  <a:cubicBezTo>
                    <a:pt x="0" y="98983"/>
                    <a:pt x="276446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904;p46">
              <a:extLst>
                <a:ext uri="{FF2B5EF4-FFF2-40B4-BE49-F238E27FC236}">
                  <a16:creationId xmlns:a16="http://schemas.microsoft.com/office/drawing/2014/main" id="{0023181F-4473-D344-9C3F-45F6AC21349A}"/>
                </a:ext>
              </a:extLst>
            </p:cNvPr>
            <p:cNvSpPr/>
            <p:nvPr/>
          </p:nvSpPr>
          <p:spPr>
            <a:xfrm>
              <a:off x="1237881" y="1778226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905;p46">
              <a:extLst>
                <a:ext uri="{FF2B5EF4-FFF2-40B4-BE49-F238E27FC236}">
                  <a16:creationId xmlns:a16="http://schemas.microsoft.com/office/drawing/2014/main" id="{C0A8C2F2-4D79-9546-B6A4-9A14E6F72E70}"/>
                </a:ext>
              </a:extLst>
            </p:cNvPr>
            <p:cNvSpPr/>
            <p:nvPr/>
          </p:nvSpPr>
          <p:spPr>
            <a:xfrm>
              <a:off x="1284204" y="1572230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7" y="1601370"/>
                    <a:pt x="0" y="1053660"/>
                    <a:pt x="0" y="576322"/>
                  </a:cubicBezTo>
                  <a:cubicBezTo>
                    <a:pt x="0" y="98983"/>
                    <a:pt x="276447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906;p46">
              <a:extLst>
                <a:ext uri="{FF2B5EF4-FFF2-40B4-BE49-F238E27FC236}">
                  <a16:creationId xmlns:a16="http://schemas.microsoft.com/office/drawing/2014/main" id="{0BA1F377-6480-8E40-8B42-97DB73B11486}"/>
                </a:ext>
              </a:extLst>
            </p:cNvPr>
            <p:cNvSpPr/>
            <p:nvPr/>
          </p:nvSpPr>
          <p:spPr>
            <a:xfrm>
              <a:off x="996049" y="1744169"/>
              <a:ext cx="123803" cy="135766"/>
            </a:xfrm>
            <a:custGeom>
              <a:avLst/>
              <a:gdLst/>
              <a:ahLst/>
              <a:cxnLst/>
              <a:rect l="l" t="t" r="r" b="b"/>
              <a:pathLst>
                <a:path w="1238028" h="1357658" extrusionOk="0">
                  <a:moveTo>
                    <a:pt x="1237364" y="713683"/>
                  </a:moveTo>
                  <a:lnTo>
                    <a:pt x="0" y="0"/>
                  </a:lnTo>
                  <a:lnTo>
                    <a:pt x="0" y="643975"/>
                  </a:lnTo>
                  <a:lnTo>
                    <a:pt x="1238028" y="1357658"/>
                  </a:lnTo>
                  <a:lnTo>
                    <a:pt x="1237364" y="713683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907;p46">
              <a:extLst>
                <a:ext uri="{FF2B5EF4-FFF2-40B4-BE49-F238E27FC236}">
                  <a16:creationId xmlns:a16="http://schemas.microsoft.com/office/drawing/2014/main" id="{BB53C8C0-A03A-9944-BCEE-55A41BBBEA70}"/>
                </a:ext>
              </a:extLst>
            </p:cNvPr>
            <p:cNvSpPr/>
            <p:nvPr/>
          </p:nvSpPr>
          <p:spPr>
            <a:xfrm>
              <a:off x="1007048" y="1765748"/>
              <a:ext cx="14088" cy="20853"/>
            </a:xfrm>
            <a:custGeom>
              <a:avLst/>
              <a:gdLst/>
              <a:ahLst/>
              <a:cxnLst/>
              <a:rect l="l" t="t" r="r" b="b"/>
              <a:pathLst>
                <a:path w="140881" h="208525" extrusionOk="0">
                  <a:moveTo>
                    <a:pt x="140881" y="144760"/>
                  </a:moveTo>
                  <a:cubicBezTo>
                    <a:pt x="140881" y="197872"/>
                    <a:pt x="109648" y="222435"/>
                    <a:pt x="70441" y="200527"/>
                  </a:cubicBezTo>
                  <a:cubicBezTo>
                    <a:pt x="31898" y="177955"/>
                    <a:pt x="0" y="116877"/>
                    <a:pt x="0" y="63765"/>
                  </a:cubicBezTo>
                  <a:cubicBezTo>
                    <a:pt x="0" y="10654"/>
                    <a:pt x="31233" y="-13910"/>
                    <a:pt x="70441" y="7999"/>
                  </a:cubicBezTo>
                  <a:cubicBezTo>
                    <a:pt x="109648" y="30571"/>
                    <a:pt x="140881" y="91649"/>
                    <a:pt x="140881" y="1447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908;p46">
              <a:extLst>
                <a:ext uri="{FF2B5EF4-FFF2-40B4-BE49-F238E27FC236}">
                  <a16:creationId xmlns:a16="http://schemas.microsoft.com/office/drawing/2014/main" id="{A0E5A3BE-01DF-3042-B8F9-6B64A542C40D}"/>
                </a:ext>
              </a:extLst>
            </p:cNvPr>
            <p:cNvSpPr/>
            <p:nvPr/>
          </p:nvSpPr>
          <p:spPr>
            <a:xfrm>
              <a:off x="1027455" y="1778198"/>
              <a:ext cx="40470" cy="32331"/>
            </a:xfrm>
            <a:custGeom>
              <a:avLst/>
              <a:gdLst/>
              <a:ahLst/>
              <a:cxnLst/>
              <a:rect l="l" t="t" r="r" b="b"/>
              <a:pathLst>
                <a:path w="404701" h="323315" extrusionOk="0">
                  <a:moveTo>
                    <a:pt x="0" y="0"/>
                  </a:moveTo>
                  <a:lnTo>
                    <a:pt x="404702" y="233026"/>
                  </a:lnTo>
                  <a:lnTo>
                    <a:pt x="404702" y="323315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909;p46">
              <a:extLst>
                <a:ext uri="{FF2B5EF4-FFF2-40B4-BE49-F238E27FC236}">
                  <a16:creationId xmlns:a16="http://schemas.microsoft.com/office/drawing/2014/main" id="{D2C14941-3BE2-CF42-9A0E-E078BA89B5E0}"/>
                </a:ext>
              </a:extLst>
            </p:cNvPr>
            <p:cNvSpPr/>
            <p:nvPr/>
          </p:nvSpPr>
          <p:spPr>
            <a:xfrm>
              <a:off x="1027654" y="1796338"/>
              <a:ext cx="79279" cy="54771"/>
            </a:xfrm>
            <a:custGeom>
              <a:avLst/>
              <a:gdLst/>
              <a:ahLst/>
              <a:cxnLst/>
              <a:rect l="l" t="t" r="r" b="b"/>
              <a:pathLst>
                <a:path w="792790" h="547710" extrusionOk="0">
                  <a:moveTo>
                    <a:pt x="0" y="0"/>
                  </a:moveTo>
                  <a:lnTo>
                    <a:pt x="792790" y="457421"/>
                  </a:lnTo>
                  <a:lnTo>
                    <a:pt x="792790" y="547711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910;p46">
              <a:extLst>
                <a:ext uri="{FF2B5EF4-FFF2-40B4-BE49-F238E27FC236}">
                  <a16:creationId xmlns:a16="http://schemas.microsoft.com/office/drawing/2014/main" id="{0E7B0E6E-F5D7-194D-948F-669CD8E12603}"/>
                </a:ext>
              </a:extLst>
            </p:cNvPr>
            <p:cNvSpPr/>
            <p:nvPr/>
          </p:nvSpPr>
          <p:spPr>
            <a:xfrm>
              <a:off x="1314218" y="18800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2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5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911;p46">
              <a:extLst>
                <a:ext uri="{FF2B5EF4-FFF2-40B4-BE49-F238E27FC236}">
                  <a16:creationId xmlns:a16="http://schemas.microsoft.com/office/drawing/2014/main" id="{C1C8EFE2-03E3-3947-93E9-A0810DFE95FC}"/>
                </a:ext>
              </a:extLst>
            </p:cNvPr>
            <p:cNvSpPr/>
            <p:nvPr/>
          </p:nvSpPr>
          <p:spPr>
            <a:xfrm>
              <a:off x="1293480" y="1897961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912;p46">
              <a:extLst>
                <a:ext uri="{FF2B5EF4-FFF2-40B4-BE49-F238E27FC236}">
                  <a16:creationId xmlns:a16="http://schemas.microsoft.com/office/drawing/2014/main" id="{9CDE02A5-14CD-9142-A87A-A6F41DAC5C88}"/>
                </a:ext>
              </a:extLst>
            </p:cNvPr>
            <p:cNvSpPr/>
            <p:nvPr/>
          </p:nvSpPr>
          <p:spPr>
            <a:xfrm>
              <a:off x="1305472" y="2066980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913;p46">
              <a:extLst>
                <a:ext uri="{FF2B5EF4-FFF2-40B4-BE49-F238E27FC236}">
                  <a16:creationId xmlns:a16="http://schemas.microsoft.com/office/drawing/2014/main" id="{1B116BF7-0D52-1D4F-B6C5-054DB4B534F5}"/>
                </a:ext>
              </a:extLst>
            </p:cNvPr>
            <p:cNvSpPr/>
            <p:nvPr/>
          </p:nvSpPr>
          <p:spPr>
            <a:xfrm>
              <a:off x="1312496" y="20885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0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914;p46">
              <a:extLst>
                <a:ext uri="{FF2B5EF4-FFF2-40B4-BE49-F238E27FC236}">
                  <a16:creationId xmlns:a16="http://schemas.microsoft.com/office/drawing/2014/main" id="{0BB05E76-291D-4F4F-83C6-0584BE5F662D}"/>
                </a:ext>
              </a:extLst>
            </p:cNvPr>
            <p:cNvSpPr/>
            <p:nvPr/>
          </p:nvSpPr>
          <p:spPr>
            <a:xfrm>
              <a:off x="1327934" y="19871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8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915;p46">
              <a:extLst>
                <a:ext uri="{FF2B5EF4-FFF2-40B4-BE49-F238E27FC236}">
                  <a16:creationId xmlns:a16="http://schemas.microsoft.com/office/drawing/2014/main" id="{14405D4A-2400-A645-AA49-2DB82CBE869A}"/>
                </a:ext>
              </a:extLst>
            </p:cNvPr>
            <p:cNvSpPr/>
            <p:nvPr/>
          </p:nvSpPr>
          <p:spPr>
            <a:xfrm>
              <a:off x="1159838" y="16653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1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4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916;p46">
              <a:extLst>
                <a:ext uri="{FF2B5EF4-FFF2-40B4-BE49-F238E27FC236}">
                  <a16:creationId xmlns:a16="http://schemas.microsoft.com/office/drawing/2014/main" id="{A646349E-0F72-0D44-ACA9-BB35231428A4}"/>
                </a:ext>
              </a:extLst>
            </p:cNvPr>
            <p:cNvSpPr/>
            <p:nvPr/>
          </p:nvSpPr>
          <p:spPr>
            <a:xfrm>
              <a:off x="1139099" y="1683460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917;p46">
              <a:extLst>
                <a:ext uri="{FF2B5EF4-FFF2-40B4-BE49-F238E27FC236}">
                  <a16:creationId xmlns:a16="http://schemas.microsoft.com/office/drawing/2014/main" id="{782D3BCB-1DA4-AB40-AE6A-D4F98F235615}"/>
                </a:ext>
              </a:extLst>
            </p:cNvPr>
            <p:cNvSpPr/>
            <p:nvPr/>
          </p:nvSpPr>
          <p:spPr>
            <a:xfrm>
              <a:off x="1151092" y="1852214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918;p46">
              <a:extLst>
                <a:ext uri="{FF2B5EF4-FFF2-40B4-BE49-F238E27FC236}">
                  <a16:creationId xmlns:a16="http://schemas.microsoft.com/office/drawing/2014/main" id="{1AA4DBEA-B5D8-6F4C-B341-BA9BA7E6CECC}"/>
                </a:ext>
              </a:extLst>
            </p:cNvPr>
            <p:cNvSpPr/>
            <p:nvPr/>
          </p:nvSpPr>
          <p:spPr>
            <a:xfrm>
              <a:off x="1157983" y="18738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665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919;p46">
              <a:extLst>
                <a:ext uri="{FF2B5EF4-FFF2-40B4-BE49-F238E27FC236}">
                  <a16:creationId xmlns:a16="http://schemas.microsoft.com/office/drawing/2014/main" id="{3D33FA69-B8D2-DA41-915B-6CABB069966B}"/>
                </a:ext>
              </a:extLst>
            </p:cNvPr>
            <p:cNvSpPr/>
            <p:nvPr/>
          </p:nvSpPr>
          <p:spPr>
            <a:xfrm>
              <a:off x="1173553" y="17724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7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920;p46">
              <a:extLst>
                <a:ext uri="{FF2B5EF4-FFF2-40B4-BE49-F238E27FC236}">
                  <a16:creationId xmlns:a16="http://schemas.microsoft.com/office/drawing/2014/main" id="{968741F6-42A3-A843-8C4E-10051F18F6D4}"/>
                </a:ext>
              </a:extLst>
            </p:cNvPr>
            <p:cNvSpPr/>
            <p:nvPr/>
          </p:nvSpPr>
          <p:spPr>
            <a:xfrm>
              <a:off x="1031629" y="1864859"/>
              <a:ext cx="197832" cy="232760"/>
            </a:xfrm>
            <a:custGeom>
              <a:avLst/>
              <a:gdLst/>
              <a:ahLst/>
              <a:cxnLst/>
              <a:rect l="l" t="t" r="r" b="b"/>
              <a:pathLst>
                <a:path w="1978320" h="2327603" extrusionOk="0">
                  <a:moveTo>
                    <a:pt x="1977656" y="1140566"/>
                  </a:moveTo>
                  <a:lnTo>
                    <a:pt x="0" y="0"/>
                  </a:lnTo>
                  <a:lnTo>
                    <a:pt x="665" y="1029696"/>
                  </a:lnTo>
                  <a:lnTo>
                    <a:pt x="1803548" y="2069350"/>
                  </a:lnTo>
                  <a:lnTo>
                    <a:pt x="1978320" y="2327604"/>
                  </a:lnTo>
                  <a:lnTo>
                    <a:pt x="1977656" y="114056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921;p46">
              <a:extLst>
                <a:ext uri="{FF2B5EF4-FFF2-40B4-BE49-F238E27FC236}">
                  <a16:creationId xmlns:a16="http://schemas.microsoft.com/office/drawing/2014/main" id="{7CBEFED6-8F2A-3D48-8D0A-9A077795947D}"/>
                </a:ext>
              </a:extLst>
            </p:cNvPr>
            <p:cNvSpPr/>
            <p:nvPr/>
          </p:nvSpPr>
          <p:spPr>
            <a:xfrm>
              <a:off x="1010626" y="1877041"/>
              <a:ext cx="74627" cy="70970"/>
            </a:xfrm>
            <a:custGeom>
              <a:avLst/>
              <a:gdLst/>
              <a:ahLst/>
              <a:cxnLst/>
              <a:rect l="l" t="t" r="r" b="b"/>
              <a:pathLst>
                <a:path w="746272" h="709700" extrusionOk="0">
                  <a:moveTo>
                    <a:pt x="0" y="279498"/>
                  </a:moveTo>
                  <a:lnTo>
                    <a:pt x="0" y="0"/>
                  </a:lnTo>
                  <a:lnTo>
                    <a:pt x="746273" y="430202"/>
                  </a:lnTo>
                  <a:lnTo>
                    <a:pt x="746273" y="709700"/>
                  </a:lnTo>
                  <a:lnTo>
                    <a:pt x="0" y="279498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922;p46">
              <a:extLst>
                <a:ext uri="{FF2B5EF4-FFF2-40B4-BE49-F238E27FC236}">
                  <a16:creationId xmlns:a16="http://schemas.microsoft.com/office/drawing/2014/main" id="{422DF5F4-B23B-2F4B-8A93-9D4F01B57E34}"/>
                </a:ext>
              </a:extLst>
            </p:cNvPr>
            <p:cNvSpPr/>
            <p:nvPr/>
          </p:nvSpPr>
          <p:spPr>
            <a:xfrm>
              <a:off x="1134925" y="1949468"/>
              <a:ext cx="43328" cy="33991"/>
            </a:xfrm>
            <a:custGeom>
              <a:avLst/>
              <a:gdLst/>
              <a:ahLst/>
              <a:cxnLst/>
              <a:rect l="l" t="t" r="r" b="b"/>
              <a:pathLst>
                <a:path w="433276" h="339912" extrusionOk="0">
                  <a:moveTo>
                    <a:pt x="433277" y="249623"/>
                  </a:moveTo>
                  <a:lnTo>
                    <a:pt x="0" y="0"/>
                  </a:lnTo>
                  <a:lnTo>
                    <a:pt x="0" y="90290"/>
                  </a:lnTo>
                  <a:lnTo>
                    <a:pt x="433277" y="339913"/>
                  </a:lnTo>
                  <a:lnTo>
                    <a:pt x="433277" y="249623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923;p46">
              <a:extLst>
                <a:ext uri="{FF2B5EF4-FFF2-40B4-BE49-F238E27FC236}">
                  <a16:creationId xmlns:a16="http://schemas.microsoft.com/office/drawing/2014/main" id="{E5BA8E00-389C-A048-BB2F-A953F3F82CD5}"/>
                </a:ext>
              </a:extLst>
            </p:cNvPr>
            <p:cNvSpPr/>
            <p:nvPr/>
          </p:nvSpPr>
          <p:spPr>
            <a:xfrm>
              <a:off x="1094839" y="1944436"/>
              <a:ext cx="83532" cy="57161"/>
            </a:xfrm>
            <a:custGeom>
              <a:avLst/>
              <a:gdLst/>
              <a:ahLst/>
              <a:cxnLst/>
              <a:rect l="l" t="t" r="r" b="b"/>
              <a:pathLst>
                <a:path w="835320" h="571610" extrusionOk="0">
                  <a:moveTo>
                    <a:pt x="835320" y="48132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835320" y="571611"/>
                  </a:lnTo>
                  <a:lnTo>
                    <a:pt x="835320" y="48132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924;p46">
              <a:extLst>
                <a:ext uri="{FF2B5EF4-FFF2-40B4-BE49-F238E27FC236}">
                  <a16:creationId xmlns:a16="http://schemas.microsoft.com/office/drawing/2014/main" id="{CC4BB8FD-282A-9641-8DAA-928035774DB6}"/>
                </a:ext>
              </a:extLst>
            </p:cNvPr>
            <p:cNvSpPr/>
            <p:nvPr/>
          </p:nvSpPr>
          <p:spPr>
            <a:xfrm>
              <a:off x="1077281" y="1952249"/>
              <a:ext cx="101209" cy="67385"/>
            </a:xfrm>
            <a:custGeom>
              <a:avLst/>
              <a:gdLst/>
              <a:ahLst/>
              <a:cxnLst/>
              <a:rect l="l" t="t" r="r" b="b"/>
              <a:pathLst>
                <a:path w="1012086" h="673849" extrusionOk="0">
                  <a:moveTo>
                    <a:pt x="1011422" y="58356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1012087" y="673850"/>
                  </a:lnTo>
                  <a:lnTo>
                    <a:pt x="1011422" y="58356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925;p46">
              <a:extLst>
                <a:ext uri="{FF2B5EF4-FFF2-40B4-BE49-F238E27FC236}">
                  <a16:creationId xmlns:a16="http://schemas.microsoft.com/office/drawing/2014/main" id="{40291C7B-95A9-0145-8DD5-6A3FD330B7A4}"/>
                </a:ext>
              </a:extLst>
            </p:cNvPr>
            <p:cNvSpPr/>
            <p:nvPr/>
          </p:nvSpPr>
          <p:spPr>
            <a:xfrm>
              <a:off x="1188792" y="1979734"/>
              <a:ext cx="22462" cy="33373"/>
            </a:xfrm>
            <a:custGeom>
              <a:avLst/>
              <a:gdLst/>
              <a:ahLst/>
              <a:cxnLst/>
              <a:rect l="l" t="t" r="r" b="b"/>
              <a:pathLst>
                <a:path w="224619" h="333730" extrusionOk="0">
                  <a:moveTo>
                    <a:pt x="6" y="102136"/>
                  </a:moveTo>
                  <a:cubicBezTo>
                    <a:pt x="6" y="187114"/>
                    <a:pt x="50511" y="284706"/>
                    <a:pt x="112313" y="320556"/>
                  </a:cubicBezTo>
                  <a:cubicBezTo>
                    <a:pt x="174115" y="356406"/>
                    <a:pt x="224619" y="316573"/>
                    <a:pt x="224619" y="231595"/>
                  </a:cubicBezTo>
                  <a:cubicBezTo>
                    <a:pt x="224619" y="146616"/>
                    <a:pt x="174115" y="49025"/>
                    <a:pt x="112313" y="13174"/>
                  </a:cubicBezTo>
                  <a:cubicBezTo>
                    <a:pt x="49847" y="-22676"/>
                    <a:pt x="-658" y="17157"/>
                    <a:pt x="6" y="1021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926;p46">
              <a:extLst>
                <a:ext uri="{FF2B5EF4-FFF2-40B4-BE49-F238E27FC236}">
                  <a16:creationId xmlns:a16="http://schemas.microsoft.com/office/drawing/2014/main" id="{672F09F6-96ED-CD46-A005-E605D5FB885D}"/>
                </a:ext>
              </a:extLst>
            </p:cNvPr>
            <p:cNvSpPr/>
            <p:nvPr/>
          </p:nvSpPr>
          <p:spPr>
            <a:xfrm>
              <a:off x="1046537" y="1669527"/>
              <a:ext cx="55555" cy="75611"/>
            </a:xfrm>
            <a:custGeom>
              <a:avLst/>
              <a:gdLst/>
              <a:ahLst/>
              <a:cxnLst/>
              <a:rect l="l" t="t" r="r" b="b"/>
              <a:pathLst>
                <a:path w="555551" h="756106" extrusionOk="0">
                  <a:moveTo>
                    <a:pt x="277776" y="9593"/>
                  </a:moveTo>
                  <a:cubicBezTo>
                    <a:pt x="317648" y="32166"/>
                    <a:pt x="349545" y="87932"/>
                    <a:pt x="349545" y="133741"/>
                  </a:cubicBezTo>
                  <a:lnTo>
                    <a:pt x="349545" y="336228"/>
                  </a:lnTo>
                  <a:lnTo>
                    <a:pt x="483781" y="413239"/>
                  </a:lnTo>
                  <a:cubicBezTo>
                    <a:pt x="523653" y="435812"/>
                    <a:pt x="555551" y="491579"/>
                    <a:pt x="555551" y="537387"/>
                  </a:cubicBezTo>
                  <a:cubicBezTo>
                    <a:pt x="555551" y="583196"/>
                    <a:pt x="523653" y="601785"/>
                    <a:pt x="483781" y="579212"/>
                  </a:cubicBezTo>
                  <a:lnTo>
                    <a:pt x="349545" y="502201"/>
                  </a:lnTo>
                  <a:lnTo>
                    <a:pt x="349545" y="704688"/>
                  </a:lnTo>
                  <a:cubicBezTo>
                    <a:pt x="349545" y="750496"/>
                    <a:pt x="317648" y="769085"/>
                    <a:pt x="277776" y="746513"/>
                  </a:cubicBezTo>
                  <a:cubicBezTo>
                    <a:pt x="237903" y="723941"/>
                    <a:pt x="206006" y="668174"/>
                    <a:pt x="206006" y="622365"/>
                  </a:cubicBezTo>
                  <a:lnTo>
                    <a:pt x="206006" y="419878"/>
                  </a:lnTo>
                  <a:lnTo>
                    <a:pt x="71770" y="342867"/>
                  </a:lnTo>
                  <a:cubicBezTo>
                    <a:pt x="31898" y="320295"/>
                    <a:pt x="0" y="264528"/>
                    <a:pt x="0" y="218719"/>
                  </a:cubicBezTo>
                  <a:cubicBezTo>
                    <a:pt x="0" y="172911"/>
                    <a:pt x="31898" y="154322"/>
                    <a:pt x="71770" y="176894"/>
                  </a:cubicBezTo>
                  <a:lnTo>
                    <a:pt x="206006" y="253905"/>
                  </a:lnTo>
                  <a:lnTo>
                    <a:pt x="206006" y="51418"/>
                  </a:lnTo>
                  <a:cubicBezTo>
                    <a:pt x="206006" y="5610"/>
                    <a:pt x="237903" y="-12979"/>
                    <a:pt x="277776" y="959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7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224" name="Google Shape;224;p17"/>
          <p:cNvSpPr txBox="1">
            <a:spLocks noGrp="1"/>
          </p:cNvSpPr>
          <p:nvPr>
            <p:ph type="ctrTitle" idx="4294967295"/>
          </p:nvPr>
        </p:nvSpPr>
        <p:spPr>
          <a:xfrm>
            <a:off x="855300" y="1813925"/>
            <a:ext cx="2809800" cy="151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5+ YEARS</a:t>
            </a:r>
            <a:endParaRPr sz="4800"/>
          </a:p>
        </p:txBody>
      </p:sp>
      <p:sp>
        <p:nvSpPr>
          <p:cNvPr id="225" name="Google Shape;225;p17"/>
          <p:cNvSpPr txBox="1">
            <a:spLocks noGrp="1"/>
          </p:cNvSpPr>
          <p:nvPr>
            <p:ph type="subTitle" idx="4294967295"/>
          </p:nvPr>
        </p:nvSpPr>
        <p:spPr>
          <a:xfrm>
            <a:off x="3665100" y="1813925"/>
            <a:ext cx="2386200" cy="151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Building and securing enterprise cloud and hybrid infrastructure across AWS, Azure, and GCP</a:t>
            </a:r>
            <a:endParaRPr sz="2000"/>
          </a:p>
        </p:txBody>
      </p:sp>
      <p:grpSp>
        <p:nvGrpSpPr>
          <p:cNvPr id="61" name="Grupo 60">
            <a:extLst>
              <a:ext uri="{FF2B5EF4-FFF2-40B4-BE49-F238E27FC236}">
                <a16:creationId xmlns:a16="http://schemas.microsoft.com/office/drawing/2014/main" id="{9FFAB22B-D793-2D4F-B073-773ACEB505B9}"/>
              </a:ext>
            </a:extLst>
          </p:cNvPr>
          <p:cNvGrpSpPr/>
          <p:nvPr/>
        </p:nvGrpSpPr>
        <p:grpSpPr>
          <a:xfrm>
            <a:off x="5174828" y="491833"/>
            <a:ext cx="3777372" cy="4655473"/>
            <a:chOff x="2522057" y="2360511"/>
            <a:chExt cx="554801" cy="683772"/>
          </a:xfrm>
        </p:grpSpPr>
        <p:sp>
          <p:nvSpPr>
            <p:cNvPr id="62" name="Google Shape;986;p46">
              <a:extLst>
                <a:ext uri="{FF2B5EF4-FFF2-40B4-BE49-F238E27FC236}">
                  <a16:creationId xmlns:a16="http://schemas.microsoft.com/office/drawing/2014/main" id="{4F7AED75-8870-594A-9BF2-56288195E82B}"/>
                </a:ext>
              </a:extLst>
            </p:cNvPr>
            <p:cNvSpPr/>
            <p:nvPr/>
          </p:nvSpPr>
          <p:spPr>
            <a:xfrm>
              <a:off x="2766348" y="2360511"/>
              <a:ext cx="101967" cy="369432"/>
            </a:xfrm>
            <a:custGeom>
              <a:avLst/>
              <a:gdLst/>
              <a:ahLst/>
              <a:cxnLst/>
              <a:rect l="l" t="t" r="r" b="b"/>
              <a:pathLst>
                <a:path w="1019671" h="3694319" extrusionOk="0">
                  <a:moveTo>
                    <a:pt x="399309" y="3567369"/>
                  </a:moveTo>
                  <a:cubicBezTo>
                    <a:pt x="-431720" y="380179"/>
                    <a:pt x="251391" y="108815"/>
                    <a:pt x="510247" y="0"/>
                  </a:cubicBezTo>
                  <a:cubicBezTo>
                    <a:pt x="768430" y="407047"/>
                    <a:pt x="1451541" y="1465637"/>
                    <a:pt x="619840" y="3694320"/>
                  </a:cubicBezTo>
                  <a:lnTo>
                    <a:pt x="399309" y="3567369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987;p46">
              <a:extLst>
                <a:ext uri="{FF2B5EF4-FFF2-40B4-BE49-F238E27FC236}">
                  <a16:creationId xmlns:a16="http://schemas.microsoft.com/office/drawing/2014/main" id="{63C7C596-1DF4-034D-9679-040028249AF9}"/>
                </a:ext>
              </a:extLst>
            </p:cNvPr>
            <p:cNvSpPr/>
            <p:nvPr/>
          </p:nvSpPr>
          <p:spPr>
            <a:xfrm>
              <a:off x="2820104" y="2635875"/>
              <a:ext cx="36888" cy="103575"/>
            </a:xfrm>
            <a:custGeom>
              <a:avLst/>
              <a:gdLst/>
              <a:ahLst/>
              <a:cxnLst/>
              <a:rect l="l" t="t" r="r" b="b"/>
              <a:pathLst>
                <a:path w="368879" h="1035752" extrusionOk="0">
                  <a:moveTo>
                    <a:pt x="0" y="621989"/>
                  </a:moveTo>
                  <a:cubicBezTo>
                    <a:pt x="115645" y="766403"/>
                    <a:pt x="244064" y="924923"/>
                    <a:pt x="334159" y="1035753"/>
                  </a:cubicBezTo>
                  <a:cubicBezTo>
                    <a:pt x="434340" y="734834"/>
                    <a:pt x="300542" y="314353"/>
                    <a:pt x="151279" y="0"/>
                  </a:cubicBezTo>
                  <a:cubicBezTo>
                    <a:pt x="115645" y="195463"/>
                    <a:pt x="65891" y="402345"/>
                    <a:pt x="0" y="62198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988;p46">
              <a:extLst>
                <a:ext uri="{FF2B5EF4-FFF2-40B4-BE49-F238E27FC236}">
                  <a16:creationId xmlns:a16="http://schemas.microsoft.com/office/drawing/2014/main" id="{126FB32F-7AEF-ED46-BBFD-0C04DFBE30BD}"/>
                </a:ext>
              </a:extLst>
            </p:cNvPr>
            <p:cNvSpPr/>
            <p:nvPr/>
          </p:nvSpPr>
          <p:spPr>
            <a:xfrm>
              <a:off x="2728277" y="2586844"/>
              <a:ext cx="36831" cy="82417"/>
            </a:xfrm>
            <a:custGeom>
              <a:avLst/>
              <a:gdLst/>
              <a:ahLst/>
              <a:cxnLst/>
              <a:rect l="l" t="t" r="r" b="b"/>
              <a:pathLst>
                <a:path w="368315" h="824169" extrusionOk="0">
                  <a:moveTo>
                    <a:pt x="216364" y="0"/>
                  </a:moveTo>
                  <a:cubicBezTo>
                    <a:pt x="67774" y="142399"/>
                    <a:pt x="-65352" y="408390"/>
                    <a:pt x="34828" y="824169"/>
                  </a:cubicBezTo>
                  <a:cubicBezTo>
                    <a:pt x="124924" y="816780"/>
                    <a:pt x="252671" y="806705"/>
                    <a:pt x="368315" y="795958"/>
                  </a:cubicBezTo>
                  <a:cubicBezTo>
                    <a:pt x="302425" y="500412"/>
                    <a:pt x="252671" y="236437"/>
                    <a:pt x="21636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989;p46">
              <a:extLst>
                <a:ext uri="{FF2B5EF4-FFF2-40B4-BE49-F238E27FC236}">
                  <a16:creationId xmlns:a16="http://schemas.microsoft.com/office/drawing/2014/main" id="{C545BD45-6B5E-2445-8198-926848537627}"/>
                </a:ext>
              </a:extLst>
            </p:cNvPr>
            <p:cNvSpPr/>
            <p:nvPr/>
          </p:nvSpPr>
          <p:spPr>
            <a:xfrm>
              <a:off x="2741962" y="2378797"/>
              <a:ext cx="101951" cy="369432"/>
            </a:xfrm>
            <a:custGeom>
              <a:avLst/>
              <a:gdLst/>
              <a:ahLst/>
              <a:cxnLst/>
              <a:rect l="l" t="t" r="r" b="b"/>
              <a:pathLst>
                <a:path w="1019507" h="3694319" extrusionOk="0">
                  <a:moveTo>
                    <a:pt x="399145" y="3567369"/>
                  </a:moveTo>
                  <a:cubicBezTo>
                    <a:pt x="-431884" y="379507"/>
                    <a:pt x="251899" y="108815"/>
                    <a:pt x="510083" y="0"/>
                  </a:cubicBezTo>
                  <a:cubicBezTo>
                    <a:pt x="768266" y="407047"/>
                    <a:pt x="1451377" y="1465637"/>
                    <a:pt x="619676" y="3694319"/>
                  </a:cubicBezTo>
                  <a:lnTo>
                    <a:pt x="399145" y="3567369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99000">
                  <a:srgbClr val="FFFFFF">
                    <a:alpha val="1000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990;p46">
              <a:extLst>
                <a:ext uri="{FF2B5EF4-FFF2-40B4-BE49-F238E27FC236}">
                  <a16:creationId xmlns:a16="http://schemas.microsoft.com/office/drawing/2014/main" id="{4A6B70B2-8A88-7A4E-BA19-25C7722FF28D}"/>
                </a:ext>
              </a:extLst>
            </p:cNvPr>
            <p:cNvSpPr/>
            <p:nvPr/>
          </p:nvSpPr>
          <p:spPr>
            <a:xfrm>
              <a:off x="2792820" y="2378797"/>
              <a:ext cx="50942" cy="369432"/>
            </a:xfrm>
            <a:custGeom>
              <a:avLst/>
              <a:gdLst/>
              <a:ahLst/>
              <a:cxnLst/>
              <a:rect l="l" t="t" r="r" b="b"/>
              <a:pathLst>
                <a:path w="509424" h="3694319" extrusionOk="0">
                  <a:moveTo>
                    <a:pt x="109593" y="3694319"/>
                  </a:moveTo>
                  <a:cubicBezTo>
                    <a:pt x="941294" y="1465637"/>
                    <a:pt x="258183" y="407047"/>
                    <a:pt x="0" y="0"/>
                  </a:cubicBezTo>
                  <a:lnTo>
                    <a:pt x="0" y="3631180"/>
                  </a:lnTo>
                  <a:lnTo>
                    <a:pt x="109593" y="3694319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991;p46">
              <a:extLst>
                <a:ext uri="{FF2B5EF4-FFF2-40B4-BE49-F238E27FC236}">
                  <a16:creationId xmlns:a16="http://schemas.microsoft.com/office/drawing/2014/main" id="{715DA607-C3A9-A343-82BD-CA4C480733B4}"/>
                </a:ext>
              </a:extLst>
            </p:cNvPr>
            <p:cNvSpPr/>
            <p:nvPr/>
          </p:nvSpPr>
          <p:spPr>
            <a:xfrm>
              <a:off x="2766542" y="2437997"/>
              <a:ext cx="51099" cy="76263"/>
            </a:xfrm>
            <a:custGeom>
              <a:avLst/>
              <a:gdLst/>
              <a:ahLst/>
              <a:cxnLst/>
              <a:rect l="l" t="t" r="r" b="b"/>
              <a:pathLst>
                <a:path w="510988" h="762629" extrusionOk="0">
                  <a:moveTo>
                    <a:pt x="510988" y="528752"/>
                  </a:moveTo>
                  <a:cubicBezTo>
                    <a:pt x="510988" y="722871"/>
                    <a:pt x="396688" y="814222"/>
                    <a:pt x="255494" y="732947"/>
                  </a:cubicBezTo>
                  <a:cubicBezTo>
                    <a:pt x="114300" y="651672"/>
                    <a:pt x="0" y="427997"/>
                    <a:pt x="0" y="233878"/>
                  </a:cubicBezTo>
                  <a:cubicBezTo>
                    <a:pt x="0" y="39758"/>
                    <a:pt x="114300" y="-51592"/>
                    <a:pt x="255494" y="29683"/>
                  </a:cubicBezTo>
                  <a:cubicBezTo>
                    <a:pt x="396688" y="110958"/>
                    <a:pt x="510988" y="334632"/>
                    <a:pt x="510988" y="528752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992;p46">
              <a:extLst>
                <a:ext uri="{FF2B5EF4-FFF2-40B4-BE49-F238E27FC236}">
                  <a16:creationId xmlns:a16="http://schemas.microsoft.com/office/drawing/2014/main" id="{B00B8D24-021D-084F-BEFA-D6E6EAF482D4}"/>
                </a:ext>
              </a:extLst>
            </p:cNvPr>
            <p:cNvSpPr/>
            <p:nvPr/>
          </p:nvSpPr>
          <p:spPr>
            <a:xfrm>
              <a:off x="2631998" y="2761138"/>
              <a:ext cx="294222" cy="283145"/>
            </a:xfrm>
            <a:custGeom>
              <a:avLst/>
              <a:gdLst/>
              <a:ahLst/>
              <a:cxnLst/>
              <a:rect l="l" t="t" r="r" b="b"/>
              <a:pathLst>
                <a:path w="2942216" h="2831453" extrusionOk="0">
                  <a:moveTo>
                    <a:pt x="1809974" y="581624"/>
                  </a:moveTo>
                  <a:cubicBezTo>
                    <a:pt x="1751479" y="486244"/>
                    <a:pt x="1723241" y="365339"/>
                    <a:pt x="1698363" y="259211"/>
                  </a:cubicBezTo>
                  <a:cubicBezTo>
                    <a:pt x="1669452" y="136962"/>
                    <a:pt x="1645248" y="32850"/>
                    <a:pt x="1584736" y="6654"/>
                  </a:cubicBezTo>
                  <a:cubicBezTo>
                    <a:pt x="1515484" y="-23573"/>
                    <a:pt x="1484555" y="53001"/>
                    <a:pt x="1440852" y="159128"/>
                  </a:cubicBezTo>
                  <a:lnTo>
                    <a:pt x="1440852" y="159128"/>
                  </a:lnTo>
                  <a:cubicBezTo>
                    <a:pt x="1415303" y="221596"/>
                    <a:pt x="1385047" y="295482"/>
                    <a:pt x="1340672" y="363323"/>
                  </a:cubicBezTo>
                  <a:cubicBezTo>
                    <a:pt x="1292935" y="312946"/>
                    <a:pt x="1242508" y="271301"/>
                    <a:pt x="1189392" y="241075"/>
                  </a:cubicBezTo>
                  <a:cubicBezTo>
                    <a:pt x="966844" y="112781"/>
                    <a:pt x="781274" y="223611"/>
                    <a:pt x="737571" y="488259"/>
                  </a:cubicBezTo>
                  <a:cubicBezTo>
                    <a:pt x="707315" y="465421"/>
                    <a:pt x="677059" y="444598"/>
                    <a:pt x="646131" y="426463"/>
                  </a:cubicBezTo>
                  <a:cubicBezTo>
                    <a:pt x="289112" y="220924"/>
                    <a:pt x="0" y="454002"/>
                    <a:pt x="0" y="948369"/>
                  </a:cubicBezTo>
                  <a:cubicBezTo>
                    <a:pt x="0" y="1442065"/>
                    <a:pt x="289112" y="2008975"/>
                    <a:pt x="645459" y="2214513"/>
                  </a:cubicBezTo>
                  <a:cubicBezTo>
                    <a:pt x="991721" y="2414007"/>
                    <a:pt x="1274781" y="2199736"/>
                    <a:pt x="1290918" y="1735595"/>
                  </a:cubicBezTo>
                  <a:cubicBezTo>
                    <a:pt x="1356136" y="1856500"/>
                    <a:pt x="1442869" y="1957926"/>
                    <a:pt x="1539016" y="2013005"/>
                  </a:cubicBezTo>
                  <a:cubicBezTo>
                    <a:pt x="1563893" y="2027110"/>
                    <a:pt x="1588098" y="2037858"/>
                    <a:pt x="1610958" y="2044575"/>
                  </a:cubicBezTo>
                  <a:cubicBezTo>
                    <a:pt x="1749462" y="2348852"/>
                    <a:pt x="1955875" y="2610813"/>
                    <a:pt x="2186492" y="2743808"/>
                  </a:cubicBezTo>
                  <a:cubicBezTo>
                    <a:pt x="2603351" y="2984275"/>
                    <a:pt x="2941544" y="2712911"/>
                    <a:pt x="2942216" y="2137940"/>
                  </a:cubicBezTo>
                  <a:cubicBezTo>
                    <a:pt x="2942216" y="1562970"/>
                    <a:pt x="2604023" y="901351"/>
                    <a:pt x="2187164" y="660884"/>
                  </a:cubicBezTo>
                  <a:cubicBezTo>
                    <a:pt x="2049332" y="581624"/>
                    <a:pt x="1920912" y="557443"/>
                    <a:pt x="1809974" y="581624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19607"/>
                    <a:alpha val="29800"/>
                  </a:srgbClr>
                </a:gs>
                <a:gs pos="5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72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993;p46">
              <a:extLst>
                <a:ext uri="{FF2B5EF4-FFF2-40B4-BE49-F238E27FC236}">
                  <a16:creationId xmlns:a16="http://schemas.microsoft.com/office/drawing/2014/main" id="{ED3D7B77-F48A-9045-8F91-974803CCB03A}"/>
                </a:ext>
              </a:extLst>
            </p:cNvPr>
            <p:cNvSpPr/>
            <p:nvPr/>
          </p:nvSpPr>
          <p:spPr>
            <a:xfrm>
              <a:off x="2879432" y="2599839"/>
              <a:ext cx="182073" cy="199762"/>
            </a:xfrm>
            <a:custGeom>
              <a:avLst/>
              <a:gdLst/>
              <a:ahLst/>
              <a:cxnLst/>
              <a:rect l="l" t="t" r="r" b="b"/>
              <a:pathLst>
                <a:path w="1820731" h="1997618" extrusionOk="0">
                  <a:moveTo>
                    <a:pt x="0" y="0"/>
                  </a:moveTo>
                  <a:lnTo>
                    <a:pt x="1820059" y="1049858"/>
                  </a:lnTo>
                  <a:lnTo>
                    <a:pt x="1820732" y="1997619"/>
                  </a:lnTo>
                  <a:lnTo>
                    <a:pt x="161365" y="1040454"/>
                  </a:lnTo>
                  <a:lnTo>
                    <a:pt x="673" y="1092847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994;p46">
              <a:extLst>
                <a:ext uri="{FF2B5EF4-FFF2-40B4-BE49-F238E27FC236}">
                  <a16:creationId xmlns:a16="http://schemas.microsoft.com/office/drawing/2014/main" id="{CB5A71EA-5060-9541-85A0-7035B079DC2D}"/>
                </a:ext>
              </a:extLst>
            </p:cNvPr>
            <p:cNvSpPr/>
            <p:nvPr/>
          </p:nvSpPr>
          <p:spPr>
            <a:xfrm>
              <a:off x="3008144" y="2695490"/>
              <a:ext cx="68714" cy="65356"/>
            </a:xfrm>
            <a:custGeom>
              <a:avLst/>
              <a:gdLst/>
              <a:ahLst/>
              <a:cxnLst/>
              <a:rect l="l" t="t" r="r" b="b"/>
              <a:pathLst>
                <a:path w="687144" h="653558" extrusionOk="0">
                  <a:moveTo>
                    <a:pt x="0" y="257259"/>
                  </a:moveTo>
                  <a:lnTo>
                    <a:pt x="0" y="0"/>
                  </a:lnTo>
                  <a:lnTo>
                    <a:pt x="687145" y="396300"/>
                  </a:lnTo>
                  <a:lnTo>
                    <a:pt x="687145" y="653559"/>
                  </a:lnTo>
                  <a:lnTo>
                    <a:pt x="0" y="25725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995;p46">
              <a:extLst>
                <a:ext uri="{FF2B5EF4-FFF2-40B4-BE49-F238E27FC236}">
                  <a16:creationId xmlns:a16="http://schemas.microsoft.com/office/drawing/2014/main" id="{09ED661A-2CD9-5642-A750-F9F69B08C29B}"/>
                </a:ext>
              </a:extLst>
            </p:cNvPr>
            <p:cNvSpPr/>
            <p:nvPr/>
          </p:nvSpPr>
          <p:spPr>
            <a:xfrm>
              <a:off x="2926090" y="2649741"/>
              <a:ext cx="39871" cy="31301"/>
            </a:xfrm>
            <a:custGeom>
              <a:avLst/>
              <a:gdLst/>
              <a:ahLst/>
              <a:cxnLst/>
              <a:rect l="l" t="t" r="r" b="b"/>
              <a:pathLst>
                <a:path w="398705" h="313009" extrusionOk="0">
                  <a:moveTo>
                    <a:pt x="0" y="0"/>
                  </a:moveTo>
                  <a:lnTo>
                    <a:pt x="398705" y="229719"/>
                  </a:lnTo>
                  <a:lnTo>
                    <a:pt x="398705" y="313009"/>
                  </a:lnTo>
                  <a:lnTo>
                    <a:pt x="0" y="83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996;p46">
              <a:extLst>
                <a:ext uri="{FF2B5EF4-FFF2-40B4-BE49-F238E27FC236}">
                  <a16:creationId xmlns:a16="http://schemas.microsoft.com/office/drawing/2014/main" id="{2370F091-B8B0-BC49-9D0A-0C6290D84A6C}"/>
                </a:ext>
              </a:extLst>
            </p:cNvPr>
            <p:cNvSpPr/>
            <p:nvPr/>
          </p:nvSpPr>
          <p:spPr>
            <a:xfrm>
              <a:off x="2926157" y="2666352"/>
              <a:ext cx="71942" cy="49840"/>
            </a:xfrm>
            <a:custGeom>
              <a:avLst/>
              <a:gdLst/>
              <a:ahLst/>
              <a:cxnLst/>
              <a:rect l="l" t="t" r="r" b="b"/>
              <a:pathLst>
                <a:path w="719417" h="498397" extrusionOk="0">
                  <a:moveTo>
                    <a:pt x="0" y="0"/>
                  </a:moveTo>
                  <a:lnTo>
                    <a:pt x="719418" y="415107"/>
                  </a:lnTo>
                  <a:lnTo>
                    <a:pt x="719418" y="498397"/>
                  </a:lnTo>
                  <a:lnTo>
                    <a:pt x="0" y="83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997;p46">
              <a:extLst>
                <a:ext uri="{FF2B5EF4-FFF2-40B4-BE49-F238E27FC236}">
                  <a16:creationId xmlns:a16="http://schemas.microsoft.com/office/drawing/2014/main" id="{9560CBA4-987C-4640-8175-E6D3C66C91AD}"/>
                </a:ext>
              </a:extLst>
            </p:cNvPr>
            <p:cNvSpPr/>
            <p:nvPr/>
          </p:nvSpPr>
          <p:spPr>
            <a:xfrm>
              <a:off x="2926157" y="2682964"/>
              <a:ext cx="93121" cy="62065"/>
            </a:xfrm>
            <a:custGeom>
              <a:avLst/>
              <a:gdLst/>
              <a:ahLst/>
              <a:cxnLst/>
              <a:rect l="l" t="t" r="r" b="b"/>
              <a:pathLst>
                <a:path w="931208" h="620645" extrusionOk="0">
                  <a:moveTo>
                    <a:pt x="0" y="0"/>
                  </a:moveTo>
                  <a:lnTo>
                    <a:pt x="931209" y="537356"/>
                  </a:lnTo>
                  <a:lnTo>
                    <a:pt x="931209" y="620646"/>
                  </a:lnTo>
                  <a:lnTo>
                    <a:pt x="0" y="83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998;p46">
              <a:extLst>
                <a:ext uri="{FF2B5EF4-FFF2-40B4-BE49-F238E27FC236}">
                  <a16:creationId xmlns:a16="http://schemas.microsoft.com/office/drawing/2014/main" id="{4B90DAA9-EC5E-514C-95A2-CCB511FDC9A3}"/>
                </a:ext>
              </a:extLst>
            </p:cNvPr>
            <p:cNvSpPr/>
            <p:nvPr/>
          </p:nvSpPr>
          <p:spPr>
            <a:xfrm>
              <a:off x="2895655" y="2631527"/>
              <a:ext cx="20708" cy="30686"/>
            </a:xfrm>
            <a:custGeom>
              <a:avLst/>
              <a:gdLst/>
              <a:ahLst/>
              <a:cxnLst/>
              <a:rect l="l" t="t" r="r" b="b"/>
              <a:pathLst>
                <a:path w="207084" h="306860" extrusionOk="0">
                  <a:moveTo>
                    <a:pt x="207085" y="212875"/>
                  </a:moveTo>
                  <a:cubicBezTo>
                    <a:pt x="207085" y="290792"/>
                    <a:pt x="160693" y="327735"/>
                    <a:pt x="103543" y="294822"/>
                  </a:cubicBezTo>
                  <a:cubicBezTo>
                    <a:pt x="46393" y="261909"/>
                    <a:pt x="0" y="171902"/>
                    <a:pt x="0" y="93985"/>
                  </a:cubicBezTo>
                  <a:cubicBezTo>
                    <a:pt x="0" y="16069"/>
                    <a:pt x="46393" y="-20874"/>
                    <a:pt x="103543" y="12039"/>
                  </a:cubicBezTo>
                  <a:cubicBezTo>
                    <a:pt x="161365" y="44952"/>
                    <a:pt x="207085" y="134959"/>
                    <a:pt x="207085" y="2128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999;p46">
              <a:extLst>
                <a:ext uri="{FF2B5EF4-FFF2-40B4-BE49-F238E27FC236}">
                  <a16:creationId xmlns:a16="http://schemas.microsoft.com/office/drawing/2014/main" id="{E294ADE3-A807-3046-B287-7C3DBC95E3AD}"/>
                </a:ext>
              </a:extLst>
            </p:cNvPr>
            <p:cNvSpPr/>
            <p:nvPr/>
          </p:nvSpPr>
          <p:spPr>
            <a:xfrm>
              <a:off x="2541431" y="2361717"/>
              <a:ext cx="182073" cy="214203"/>
            </a:xfrm>
            <a:custGeom>
              <a:avLst/>
              <a:gdLst/>
              <a:ahLst/>
              <a:cxnLst/>
              <a:rect l="l" t="t" r="r" b="b"/>
              <a:pathLst>
                <a:path w="1820731" h="2142033" extrusionOk="0">
                  <a:moveTo>
                    <a:pt x="1820059" y="1049187"/>
                  </a:moveTo>
                  <a:lnTo>
                    <a:pt x="0" y="0"/>
                  </a:lnTo>
                  <a:lnTo>
                    <a:pt x="672" y="947761"/>
                  </a:lnTo>
                  <a:lnTo>
                    <a:pt x="1660039" y="1904254"/>
                  </a:lnTo>
                  <a:lnTo>
                    <a:pt x="1820732" y="2142034"/>
                  </a:lnTo>
                  <a:lnTo>
                    <a:pt x="1820059" y="10491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1000;p46">
              <a:extLst>
                <a:ext uri="{FF2B5EF4-FFF2-40B4-BE49-F238E27FC236}">
                  <a16:creationId xmlns:a16="http://schemas.microsoft.com/office/drawing/2014/main" id="{66C0336F-1E09-7D47-A286-C7252EA85072}"/>
                </a:ext>
              </a:extLst>
            </p:cNvPr>
            <p:cNvSpPr/>
            <p:nvPr/>
          </p:nvSpPr>
          <p:spPr>
            <a:xfrm>
              <a:off x="2522057" y="2372903"/>
              <a:ext cx="68714" cy="65356"/>
            </a:xfrm>
            <a:custGeom>
              <a:avLst/>
              <a:gdLst/>
              <a:ahLst/>
              <a:cxnLst/>
              <a:rect l="l" t="t" r="r" b="b"/>
              <a:pathLst>
                <a:path w="687144" h="653558" extrusionOk="0">
                  <a:moveTo>
                    <a:pt x="0" y="257259"/>
                  </a:moveTo>
                  <a:lnTo>
                    <a:pt x="0" y="0"/>
                  </a:lnTo>
                  <a:lnTo>
                    <a:pt x="687145" y="396300"/>
                  </a:lnTo>
                  <a:lnTo>
                    <a:pt x="687145" y="653559"/>
                  </a:lnTo>
                  <a:lnTo>
                    <a:pt x="0" y="25725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1001;p46">
              <a:extLst>
                <a:ext uri="{FF2B5EF4-FFF2-40B4-BE49-F238E27FC236}">
                  <a16:creationId xmlns:a16="http://schemas.microsoft.com/office/drawing/2014/main" id="{05AF33E7-83CF-6649-9D64-87186AB0CDD8}"/>
                </a:ext>
              </a:extLst>
            </p:cNvPr>
            <p:cNvSpPr/>
            <p:nvPr/>
          </p:nvSpPr>
          <p:spPr>
            <a:xfrm>
              <a:off x="2636490" y="2439550"/>
              <a:ext cx="39871" cy="31301"/>
            </a:xfrm>
            <a:custGeom>
              <a:avLst/>
              <a:gdLst/>
              <a:ahLst/>
              <a:cxnLst/>
              <a:rect l="l" t="t" r="r" b="b"/>
              <a:pathLst>
                <a:path w="398705" h="313009" extrusionOk="0">
                  <a:moveTo>
                    <a:pt x="398705" y="229720"/>
                  </a:moveTo>
                  <a:lnTo>
                    <a:pt x="0" y="0"/>
                  </a:lnTo>
                  <a:lnTo>
                    <a:pt x="0" y="83290"/>
                  </a:lnTo>
                  <a:lnTo>
                    <a:pt x="398705" y="313010"/>
                  </a:lnTo>
                  <a:lnTo>
                    <a:pt x="398705" y="22972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1002;p46">
              <a:extLst>
                <a:ext uri="{FF2B5EF4-FFF2-40B4-BE49-F238E27FC236}">
                  <a16:creationId xmlns:a16="http://schemas.microsoft.com/office/drawing/2014/main" id="{664843D9-A4A4-504D-BBAE-936E306AC765}"/>
                </a:ext>
              </a:extLst>
            </p:cNvPr>
            <p:cNvSpPr/>
            <p:nvPr/>
          </p:nvSpPr>
          <p:spPr>
            <a:xfrm>
              <a:off x="2599619" y="2434862"/>
              <a:ext cx="76850" cy="52661"/>
            </a:xfrm>
            <a:custGeom>
              <a:avLst/>
              <a:gdLst/>
              <a:ahLst/>
              <a:cxnLst/>
              <a:rect l="l" t="t" r="r" b="b"/>
              <a:pathLst>
                <a:path w="768499" h="526608" extrusionOk="0">
                  <a:moveTo>
                    <a:pt x="768499" y="443318"/>
                  </a:moveTo>
                  <a:lnTo>
                    <a:pt x="0" y="0"/>
                  </a:lnTo>
                  <a:lnTo>
                    <a:pt x="0" y="83290"/>
                  </a:lnTo>
                  <a:lnTo>
                    <a:pt x="768499" y="526608"/>
                  </a:lnTo>
                  <a:lnTo>
                    <a:pt x="768499" y="443318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1003;p46">
              <a:extLst>
                <a:ext uri="{FF2B5EF4-FFF2-40B4-BE49-F238E27FC236}">
                  <a16:creationId xmlns:a16="http://schemas.microsoft.com/office/drawing/2014/main" id="{FD50584E-D246-EA41-995A-FF2EA9D2CC5A}"/>
                </a:ext>
              </a:extLst>
            </p:cNvPr>
            <p:cNvSpPr/>
            <p:nvPr/>
          </p:nvSpPr>
          <p:spPr>
            <a:xfrm>
              <a:off x="2583396" y="2442096"/>
              <a:ext cx="93121" cy="62065"/>
            </a:xfrm>
            <a:custGeom>
              <a:avLst/>
              <a:gdLst/>
              <a:ahLst/>
              <a:cxnLst/>
              <a:rect l="l" t="t" r="r" b="b"/>
              <a:pathLst>
                <a:path w="931208" h="620645" extrusionOk="0">
                  <a:moveTo>
                    <a:pt x="931209" y="537356"/>
                  </a:moveTo>
                  <a:lnTo>
                    <a:pt x="0" y="0"/>
                  </a:lnTo>
                  <a:lnTo>
                    <a:pt x="0" y="83290"/>
                  </a:lnTo>
                  <a:lnTo>
                    <a:pt x="931209" y="620646"/>
                  </a:lnTo>
                  <a:lnTo>
                    <a:pt x="931209" y="537356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1004;p46">
              <a:extLst>
                <a:ext uri="{FF2B5EF4-FFF2-40B4-BE49-F238E27FC236}">
                  <a16:creationId xmlns:a16="http://schemas.microsoft.com/office/drawing/2014/main" id="{9D2202EE-FD5B-D745-A14E-B4F3409848D5}"/>
                </a:ext>
              </a:extLst>
            </p:cNvPr>
            <p:cNvSpPr/>
            <p:nvPr/>
          </p:nvSpPr>
          <p:spPr>
            <a:xfrm>
              <a:off x="2686030" y="2467381"/>
              <a:ext cx="20708" cy="30658"/>
            </a:xfrm>
            <a:custGeom>
              <a:avLst/>
              <a:gdLst/>
              <a:ahLst/>
              <a:cxnLst/>
              <a:rect l="l" t="t" r="r" b="b"/>
              <a:pathLst>
                <a:path w="207084" h="306577" extrusionOk="0">
                  <a:moveTo>
                    <a:pt x="0" y="93703"/>
                  </a:moveTo>
                  <a:cubicBezTo>
                    <a:pt x="0" y="171619"/>
                    <a:pt x="46392" y="261626"/>
                    <a:pt x="103542" y="294539"/>
                  </a:cubicBezTo>
                  <a:cubicBezTo>
                    <a:pt x="160692" y="327452"/>
                    <a:pt x="207085" y="290509"/>
                    <a:pt x="207085" y="212593"/>
                  </a:cubicBezTo>
                  <a:cubicBezTo>
                    <a:pt x="207085" y="134676"/>
                    <a:pt x="160692" y="44669"/>
                    <a:pt x="103542" y="11756"/>
                  </a:cubicBezTo>
                  <a:cubicBezTo>
                    <a:pt x="46392" y="-20485"/>
                    <a:pt x="0" y="15786"/>
                    <a:pt x="0" y="9370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1005;p46">
              <a:extLst>
                <a:ext uri="{FF2B5EF4-FFF2-40B4-BE49-F238E27FC236}">
                  <a16:creationId xmlns:a16="http://schemas.microsoft.com/office/drawing/2014/main" id="{0C1B6230-0E65-F748-9D82-DDF3D443989E}"/>
                </a:ext>
              </a:extLst>
            </p:cNvPr>
            <p:cNvSpPr/>
            <p:nvPr/>
          </p:nvSpPr>
          <p:spPr>
            <a:xfrm>
              <a:off x="2590368" y="2504724"/>
              <a:ext cx="108719" cy="119226"/>
            </a:xfrm>
            <a:custGeom>
              <a:avLst/>
              <a:gdLst/>
              <a:ahLst/>
              <a:cxnLst/>
              <a:rect l="l" t="t" r="r" b="b"/>
              <a:pathLst>
                <a:path w="1087194" h="1192257" extrusionOk="0">
                  <a:moveTo>
                    <a:pt x="1087195" y="626691"/>
                  </a:moveTo>
                  <a:lnTo>
                    <a:pt x="0" y="0"/>
                  </a:lnTo>
                  <a:lnTo>
                    <a:pt x="0" y="565567"/>
                  </a:lnTo>
                  <a:lnTo>
                    <a:pt x="1087195" y="1192258"/>
                  </a:lnTo>
                  <a:lnTo>
                    <a:pt x="1087195" y="62669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1006;p46">
              <a:extLst>
                <a:ext uri="{FF2B5EF4-FFF2-40B4-BE49-F238E27FC236}">
                  <a16:creationId xmlns:a16="http://schemas.microsoft.com/office/drawing/2014/main" id="{DD7EDD00-BF19-E640-A2F7-A39BE4210FFD}"/>
                </a:ext>
              </a:extLst>
            </p:cNvPr>
            <p:cNvSpPr/>
            <p:nvPr/>
          </p:nvSpPr>
          <p:spPr>
            <a:xfrm>
              <a:off x="2618121" y="2534263"/>
              <a:ext cx="37248" cy="28278"/>
            </a:xfrm>
            <a:custGeom>
              <a:avLst/>
              <a:gdLst/>
              <a:ahLst/>
              <a:cxnLst/>
              <a:rect l="l" t="t" r="r" b="b"/>
              <a:pathLst>
                <a:path w="372483" h="282783" extrusionOk="0">
                  <a:moveTo>
                    <a:pt x="0" y="0"/>
                  </a:moveTo>
                  <a:lnTo>
                    <a:pt x="372483" y="214942"/>
                  </a:lnTo>
                  <a:lnTo>
                    <a:pt x="372483" y="282783"/>
                  </a:lnTo>
                  <a:lnTo>
                    <a:pt x="0" y="67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1007;p46">
              <a:extLst>
                <a:ext uri="{FF2B5EF4-FFF2-40B4-BE49-F238E27FC236}">
                  <a16:creationId xmlns:a16="http://schemas.microsoft.com/office/drawing/2014/main" id="{C2F1EF6F-C088-5548-81C2-9380E4E1725F}"/>
                </a:ext>
              </a:extLst>
            </p:cNvPr>
            <p:cNvSpPr/>
            <p:nvPr/>
          </p:nvSpPr>
          <p:spPr>
            <a:xfrm>
              <a:off x="2618121" y="2547861"/>
              <a:ext cx="69656" cy="47019"/>
            </a:xfrm>
            <a:custGeom>
              <a:avLst/>
              <a:gdLst/>
              <a:ahLst/>
              <a:cxnLst/>
              <a:rect l="l" t="t" r="r" b="b"/>
              <a:pathLst>
                <a:path w="696557" h="470186" extrusionOk="0">
                  <a:moveTo>
                    <a:pt x="0" y="0"/>
                  </a:moveTo>
                  <a:lnTo>
                    <a:pt x="696558" y="401673"/>
                  </a:lnTo>
                  <a:lnTo>
                    <a:pt x="696558" y="470186"/>
                  </a:lnTo>
                  <a:lnTo>
                    <a:pt x="0" y="685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1008;p46">
              <a:extLst>
                <a:ext uri="{FF2B5EF4-FFF2-40B4-BE49-F238E27FC236}">
                  <a16:creationId xmlns:a16="http://schemas.microsoft.com/office/drawing/2014/main" id="{0443B6D5-F914-7A43-98DB-C95310FEFD85}"/>
                </a:ext>
              </a:extLst>
            </p:cNvPr>
            <p:cNvSpPr/>
            <p:nvPr/>
          </p:nvSpPr>
          <p:spPr>
            <a:xfrm>
              <a:off x="2600088" y="2523577"/>
              <a:ext cx="12371" cy="18342"/>
            </a:xfrm>
            <a:custGeom>
              <a:avLst/>
              <a:gdLst/>
              <a:ahLst/>
              <a:cxnLst/>
              <a:rect l="l" t="t" r="r" b="b"/>
              <a:pathLst>
                <a:path w="123712" h="183417" extrusionOk="0">
                  <a:moveTo>
                    <a:pt x="123713" y="127308"/>
                  </a:moveTo>
                  <a:cubicBezTo>
                    <a:pt x="123713" y="173655"/>
                    <a:pt x="96146" y="195821"/>
                    <a:pt x="61856" y="176342"/>
                  </a:cubicBezTo>
                  <a:cubicBezTo>
                    <a:pt x="27566" y="156863"/>
                    <a:pt x="0" y="103127"/>
                    <a:pt x="0" y="56109"/>
                  </a:cubicBezTo>
                  <a:cubicBezTo>
                    <a:pt x="0" y="9762"/>
                    <a:pt x="27566" y="-12404"/>
                    <a:pt x="61856" y="7075"/>
                  </a:cubicBezTo>
                  <a:cubicBezTo>
                    <a:pt x="95474" y="27226"/>
                    <a:pt x="123713" y="80961"/>
                    <a:pt x="123713" y="1273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" name="Google Shape;1009;p46">
              <a:extLst>
                <a:ext uri="{FF2B5EF4-FFF2-40B4-BE49-F238E27FC236}">
                  <a16:creationId xmlns:a16="http://schemas.microsoft.com/office/drawing/2014/main" id="{47405FF1-5A04-3E4E-B39F-0C61B4B8F8AD}"/>
                </a:ext>
              </a:extLst>
            </p:cNvPr>
            <p:cNvSpPr/>
            <p:nvPr/>
          </p:nvSpPr>
          <p:spPr>
            <a:xfrm>
              <a:off x="2912281" y="2547325"/>
              <a:ext cx="108719" cy="119293"/>
            </a:xfrm>
            <a:custGeom>
              <a:avLst/>
              <a:gdLst/>
              <a:ahLst/>
              <a:cxnLst/>
              <a:rect l="l" t="t" r="r" b="b"/>
              <a:pathLst>
                <a:path w="1087194" h="1192929" extrusionOk="0">
                  <a:moveTo>
                    <a:pt x="1087195" y="626691"/>
                  </a:moveTo>
                  <a:lnTo>
                    <a:pt x="0" y="0"/>
                  </a:lnTo>
                  <a:lnTo>
                    <a:pt x="0" y="565567"/>
                  </a:lnTo>
                  <a:lnTo>
                    <a:pt x="1087195" y="1192929"/>
                  </a:lnTo>
                  <a:lnTo>
                    <a:pt x="1087195" y="62669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1010;p46">
              <a:extLst>
                <a:ext uri="{FF2B5EF4-FFF2-40B4-BE49-F238E27FC236}">
                  <a16:creationId xmlns:a16="http://schemas.microsoft.com/office/drawing/2014/main" id="{DE873AB4-5DB3-3845-BF4F-9DDF7AF18F65}"/>
                </a:ext>
              </a:extLst>
            </p:cNvPr>
            <p:cNvSpPr/>
            <p:nvPr/>
          </p:nvSpPr>
          <p:spPr>
            <a:xfrm>
              <a:off x="2940034" y="2576931"/>
              <a:ext cx="37248" cy="28278"/>
            </a:xfrm>
            <a:custGeom>
              <a:avLst/>
              <a:gdLst/>
              <a:ahLst/>
              <a:cxnLst/>
              <a:rect l="l" t="t" r="r" b="b"/>
              <a:pathLst>
                <a:path w="372483" h="282783" extrusionOk="0">
                  <a:moveTo>
                    <a:pt x="0" y="0"/>
                  </a:moveTo>
                  <a:lnTo>
                    <a:pt x="372483" y="214942"/>
                  </a:lnTo>
                  <a:lnTo>
                    <a:pt x="372483" y="282783"/>
                  </a:lnTo>
                  <a:lnTo>
                    <a:pt x="0" y="67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1011;p46">
              <a:extLst>
                <a:ext uri="{FF2B5EF4-FFF2-40B4-BE49-F238E27FC236}">
                  <a16:creationId xmlns:a16="http://schemas.microsoft.com/office/drawing/2014/main" id="{719AFAA1-AB7E-D949-B45A-8AFBE5D9290F}"/>
                </a:ext>
              </a:extLst>
            </p:cNvPr>
            <p:cNvSpPr/>
            <p:nvPr/>
          </p:nvSpPr>
          <p:spPr>
            <a:xfrm>
              <a:off x="2940101" y="2590528"/>
              <a:ext cx="69656" cy="47019"/>
            </a:xfrm>
            <a:custGeom>
              <a:avLst/>
              <a:gdLst/>
              <a:ahLst/>
              <a:cxnLst/>
              <a:rect l="l" t="t" r="r" b="b"/>
              <a:pathLst>
                <a:path w="696557" h="470186" extrusionOk="0">
                  <a:moveTo>
                    <a:pt x="0" y="0"/>
                  </a:moveTo>
                  <a:lnTo>
                    <a:pt x="696558" y="401673"/>
                  </a:lnTo>
                  <a:lnTo>
                    <a:pt x="696558" y="470186"/>
                  </a:lnTo>
                  <a:lnTo>
                    <a:pt x="0" y="685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1012;p46">
              <a:extLst>
                <a:ext uri="{FF2B5EF4-FFF2-40B4-BE49-F238E27FC236}">
                  <a16:creationId xmlns:a16="http://schemas.microsoft.com/office/drawing/2014/main" id="{1FB6445E-D3F7-114C-9A6F-6484D0DB1131}"/>
                </a:ext>
              </a:extLst>
            </p:cNvPr>
            <p:cNvSpPr/>
            <p:nvPr/>
          </p:nvSpPr>
          <p:spPr>
            <a:xfrm>
              <a:off x="2922001" y="2566245"/>
              <a:ext cx="12371" cy="18342"/>
            </a:xfrm>
            <a:custGeom>
              <a:avLst/>
              <a:gdLst/>
              <a:ahLst/>
              <a:cxnLst/>
              <a:rect l="l" t="t" r="r" b="b"/>
              <a:pathLst>
                <a:path w="123713" h="183417" extrusionOk="0">
                  <a:moveTo>
                    <a:pt x="123713" y="127308"/>
                  </a:moveTo>
                  <a:cubicBezTo>
                    <a:pt x="123713" y="173655"/>
                    <a:pt x="96146" y="195821"/>
                    <a:pt x="61857" y="176342"/>
                  </a:cubicBezTo>
                  <a:cubicBezTo>
                    <a:pt x="27567" y="156863"/>
                    <a:pt x="0" y="103127"/>
                    <a:pt x="0" y="56109"/>
                  </a:cubicBezTo>
                  <a:cubicBezTo>
                    <a:pt x="0" y="9762"/>
                    <a:pt x="27567" y="-12404"/>
                    <a:pt x="61857" y="7075"/>
                  </a:cubicBezTo>
                  <a:cubicBezTo>
                    <a:pt x="96146" y="27226"/>
                    <a:pt x="123713" y="80961"/>
                    <a:pt x="123713" y="127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8"/>
          <p:cNvSpPr txBox="1">
            <a:spLocks noGrp="1"/>
          </p:cNvSpPr>
          <p:nvPr>
            <p:ph type="body" idx="1"/>
          </p:nvPr>
        </p:nvSpPr>
        <p:spPr>
          <a:xfrm>
            <a:off x="855275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Security Operations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IDS/IPS, Firewall Admin, Endpoint/EDR, MDM, Incident Response, and org-wide KnowBe4 security awareness training.</a:t>
            </a:r>
            <a:endParaRPr/>
          </a:p>
        </p:txBody>
      </p:sp>
      <p:sp>
        <p:nvSpPr>
          <p:cNvPr id="231" name="Google Shape;231;p18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&amp; CLOUD</a:t>
            </a:r>
            <a:endParaRPr/>
          </a:p>
        </p:txBody>
      </p:sp>
      <p:sp>
        <p:nvSpPr>
          <p:cNvPr id="232" name="Google Shape;232;p18"/>
          <p:cNvSpPr txBox="1">
            <a:spLocks noGrp="1"/>
          </p:cNvSpPr>
          <p:nvPr>
            <p:ph type="body" idx="2"/>
          </p:nvPr>
        </p:nvSpPr>
        <p:spPr>
          <a:xfrm>
            <a:off x="3682698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Cloud &amp; Infrastructure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AWS, Azure, GCP administration. IAM/RBAC/Azure AD, VMware, Hyper-V, Docker, M365 &amp; SaaS management.</a:t>
            </a:r>
            <a:endParaRPr/>
          </a:p>
        </p:txBody>
      </p:sp>
      <p:sp>
        <p:nvSpPr>
          <p:cNvPr id="233" name="Google Shape;233;p18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27D7F53F-206B-D74E-A127-965CDA9C634C}"/>
              </a:ext>
            </a:extLst>
          </p:cNvPr>
          <p:cNvGrpSpPr/>
          <p:nvPr/>
        </p:nvGrpSpPr>
        <p:grpSpPr>
          <a:xfrm>
            <a:off x="6114994" y="720387"/>
            <a:ext cx="2731502" cy="3852570"/>
            <a:chOff x="996049" y="1552369"/>
            <a:chExt cx="485510" cy="684774"/>
          </a:xfrm>
        </p:grpSpPr>
        <p:sp>
          <p:nvSpPr>
            <p:cNvPr id="33" name="Google Shape;902;p46">
              <a:extLst>
                <a:ext uri="{FF2B5EF4-FFF2-40B4-BE49-F238E27FC236}">
                  <a16:creationId xmlns:a16="http://schemas.microsoft.com/office/drawing/2014/main" id="{ADE9C839-9010-8F44-8D5C-E3A472A8B99B}"/>
                </a:ext>
              </a:extLst>
            </p:cNvPr>
            <p:cNvSpPr/>
            <p:nvPr/>
          </p:nvSpPr>
          <p:spPr>
            <a:xfrm>
              <a:off x="1264384" y="1758365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903;p46">
              <a:extLst>
                <a:ext uri="{FF2B5EF4-FFF2-40B4-BE49-F238E27FC236}">
                  <a16:creationId xmlns:a16="http://schemas.microsoft.com/office/drawing/2014/main" id="{335A1274-4121-F84D-A635-1EB9A4CCFE56}"/>
                </a:ext>
              </a:extLst>
            </p:cNvPr>
            <p:cNvSpPr/>
            <p:nvPr/>
          </p:nvSpPr>
          <p:spPr>
            <a:xfrm>
              <a:off x="1310707" y="1552369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6" y="1601370"/>
                    <a:pt x="0" y="1053660"/>
                    <a:pt x="0" y="576322"/>
                  </a:cubicBezTo>
                  <a:cubicBezTo>
                    <a:pt x="0" y="98983"/>
                    <a:pt x="276446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904;p46">
              <a:extLst>
                <a:ext uri="{FF2B5EF4-FFF2-40B4-BE49-F238E27FC236}">
                  <a16:creationId xmlns:a16="http://schemas.microsoft.com/office/drawing/2014/main" id="{D4D1A8AE-09CD-CC43-8DB0-6EC46D024BAC}"/>
                </a:ext>
              </a:extLst>
            </p:cNvPr>
            <p:cNvSpPr/>
            <p:nvPr/>
          </p:nvSpPr>
          <p:spPr>
            <a:xfrm>
              <a:off x="1237881" y="1778226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905;p46">
              <a:extLst>
                <a:ext uri="{FF2B5EF4-FFF2-40B4-BE49-F238E27FC236}">
                  <a16:creationId xmlns:a16="http://schemas.microsoft.com/office/drawing/2014/main" id="{E32FACC0-89B5-8948-A06C-5E60902068C6}"/>
                </a:ext>
              </a:extLst>
            </p:cNvPr>
            <p:cNvSpPr/>
            <p:nvPr/>
          </p:nvSpPr>
          <p:spPr>
            <a:xfrm>
              <a:off x="1284204" y="1572230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7" y="1601370"/>
                    <a:pt x="0" y="1053660"/>
                    <a:pt x="0" y="576322"/>
                  </a:cubicBezTo>
                  <a:cubicBezTo>
                    <a:pt x="0" y="98983"/>
                    <a:pt x="276447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906;p46">
              <a:extLst>
                <a:ext uri="{FF2B5EF4-FFF2-40B4-BE49-F238E27FC236}">
                  <a16:creationId xmlns:a16="http://schemas.microsoft.com/office/drawing/2014/main" id="{4A6F7ADA-2221-104F-873B-9FA176D3B94A}"/>
                </a:ext>
              </a:extLst>
            </p:cNvPr>
            <p:cNvSpPr/>
            <p:nvPr/>
          </p:nvSpPr>
          <p:spPr>
            <a:xfrm>
              <a:off x="996049" y="1744169"/>
              <a:ext cx="123803" cy="135766"/>
            </a:xfrm>
            <a:custGeom>
              <a:avLst/>
              <a:gdLst/>
              <a:ahLst/>
              <a:cxnLst/>
              <a:rect l="l" t="t" r="r" b="b"/>
              <a:pathLst>
                <a:path w="1238028" h="1357658" extrusionOk="0">
                  <a:moveTo>
                    <a:pt x="1237364" y="713683"/>
                  </a:moveTo>
                  <a:lnTo>
                    <a:pt x="0" y="0"/>
                  </a:lnTo>
                  <a:lnTo>
                    <a:pt x="0" y="643975"/>
                  </a:lnTo>
                  <a:lnTo>
                    <a:pt x="1238028" y="1357658"/>
                  </a:lnTo>
                  <a:lnTo>
                    <a:pt x="1237364" y="713683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907;p46">
              <a:extLst>
                <a:ext uri="{FF2B5EF4-FFF2-40B4-BE49-F238E27FC236}">
                  <a16:creationId xmlns:a16="http://schemas.microsoft.com/office/drawing/2014/main" id="{6FA45E0E-0571-5847-9CB1-9A8F67DD1FB2}"/>
                </a:ext>
              </a:extLst>
            </p:cNvPr>
            <p:cNvSpPr/>
            <p:nvPr/>
          </p:nvSpPr>
          <p:spPr>
            <a:xfrm>
              <a:off x="1007048" y="1765748"/>
              <a:ext cx="14088" cy="20853"/>
            </a:xfrm>
            <a:custGeom>
              <a:avLst/>
              <a:gdLst/>
              <a:ahLst/>
              <a:cxnLst/>
              <a:rect l="l" t="t" r="r" b="b"/>
              <a:pathLst>
                <a:path w="140881" h="208525" extrusionOk="0">
                  <a:moveTo>
                    <a:pt x="140881" y="144760"/>
                  </a:moveTo>
                  <a:cubicBezTo>
                    <a:pt x="140881" y="197872"/>
                    <a:pt x="109648" y="222435"/>
                    <a:pt x="70441" y="200527"/>
                  </a:cubicBezTo>
                  <a:cubicBezTo>
                    <a:pt x="31898" y="177955"/>
                    <a:pt x="0" y="116877"/>
                    <a:pt x="0" y="63765"/>
                  </a:cubicBezTo>
                  <a:cubicBezTo>
                    <a:pt x="0" y="10654"/>
                    <a:pt x="31233" y="-13910"/>
                    <a:pt x="70441" y="7999"/>
                  </a:cubicBezTo>
                  <a:cubicBezTo>
                    <a:pt x="109648" y="30571"/>
                    <a:pt x="140881" y="91649"/>
                    <a:pt x="140881" y="1447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908;p46">
              <a:extLst>
                <a:ext uri="{FF2B5EF4-FFF2-40B4-BE49-F238E27FC236}">
                  <a16:creationId xmlns:a16="http://schemas.microsoft.com/office/drawing/2014/main" id="{FDC65089-E99B-9F4F-B5BA-243D808FEF48}"/>
                </a:ext>
              </a:extLst>
            </p:cNvPr>
            <p:cNvSpPr/>
            <p:nvPr/>
          </p:nvSpPr>
          <p:spPr>
            <a:xfrm>
              <a:off x="1027455" y="1778198"/>
              <a:ext cx="40470" cy="32331"/>
            </a:xfrm>
            <a:custGeom>
              <a:avLst/>
              <a:gdLst/>
              <a:ahLst/>
              <a:cxnLst/>
              <a:rect l="l" t="t" r="r" b="b"/>
              <a:pathLst>
                <a:path w="404701" h="323315" extrusionOk="0">
                  <a:moveTo>
                    <a:pt x="0" y="0"/>
                  </a:moveTo>
                  <a:lnTo>
                    <a:pt x="404702" y="233026"/>
                  </a:lnTo>
                  <a:lnTo>
                    <a:pt x="404702" y="323315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909;p46">
              <a:extLst>
                <a:ext uri="{FF2B5EF4-FFF2-40B4-BE49-F238E27FC236}">
                  <a16:creationId xmlns:a16="http://schemas.microsoft.com/office/drawing/2014/main" id="{48445B42-FE69-8D4D-9417-D33EFDCF2293}"/>
                </a:ext>
              </a:extLst>
            </p:cNvPr>
            <p:cNvSpPr/>
            <p:nvPr/>
          </p:nvSpPr>
          <p:spPr>
            <a:xfrm>
              <a:off x="1027654" y="1796338"/>
              <a:ext cx="79279" cy="54771"/>
            </a:xfrm>
            <a:custGeom>
              <a:avLst/>
              <a:gdLst/>
              <a:ahLst/>
              <a:cxnLst/>
              <a:rect l="l" t="t" r="r" b="b"/>
              <a:pathLst>
                <a:path w="792790" h="547710" extrusionOk="0">
                  <a:moveTo>
                    <a:pt x="0" y="0"/>
                  </a:moveTo>
                  <a:lnTo>
                    <a:pt x="792790" y="457421"/>
                  </a:lnTo>
                  <a:lnTo>
                    <a:pt x="792790" y="547711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910;p46">
              <a:extLst>
                <a:ext uri="{FF2B5EF4-FFF2-40B4-BE49-F238E27FC236}">
                  <a16:creationId xmlns:a16="http://schemas.microsoft.com/office/drawing/2014/main" id="{88ADB674-7131-1D4A-BBE7-E13B89F2D9DA}"/>
                </a:ext>
              </a:extLst>
            </p:cNvPr>
            <p:cNvSpPr/>
            <p:nvPr/>
          </p:nvSpPr>
          <p:spPr>
            <a:xfrm>
              <a:off x="1314218" y="18800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2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5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911;p46">
              <a:extLst>
                <a:ext uri="{FF2B5EF4-FFF2-40B4-BE49-F238E27FC236}">
                  <a16:creationId xmlns:a16="http://schemas.microsoft.com/office/drawing/2014/main" id="{D1BACE58-8B51-9149-8067-B322DC9159AA}"/>
                </a:ext>
              </a:extLst>
            </p:cNvPr>
            <p:cNvSpPr/>
            <p:nvPr/>
          </p:nvSpPr>
          <p:spPr>
            <a:xfrm>
              <a:off x="1293480" y="1897961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912;p46">
              <a:extLst>
                <a:ext uri="{FF2B5EF4-FFF2-40B4-BE49-F238E27FC236}">
                  <a16:creationId xmlns:a16="http://schemas.microsoft.com/office/drawing/2014/main" id="{F8D6A5C9-4FFB-A248-BDA4-38A8096B9E73}"/>
                </a:ext>
              </a:extLst>
            </p:cNvPr>
            <p:cNvSpPr/>
            <p:nvPr/>
          </p:nvSpPr>
          <p:spPr>
            <a:xfrm>
              <a:off x="1305472" y="2066980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913;p46">
              <a:extLst>
                <a:ext uri="{FF2B5EF4-FFF2-40B4-BE49-F238E27FC236}">
                  <a16:creationId xmlns:a16="http://schemas.microsoft.com/office/drawing/2014/main" id="{FE86E837-BB1E-B74A-B389-AEC13F0C61F2}"/>
                </a:ext>
              </a:extLst>
            </p:cNvPr>
            <p:cNvSpPr/>
            <p:nvPr/>
          </p:nvSpPr>
          <p:spPr>
            <a:xfrm>
              <a:off x="1312496" y="20885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0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914;p46">
              <a:extLst>
                <a:ext uri="{FF2B5EF4-FFF2-40B4-BE49-F238E27FC236}">
                  <a16:creationId xmlns:a16="http://schemas.microsoft.com/office/drawing/2014/main" id="{6A7E626B-EC52-C543-9825-21491672C695}"/>
                </a:ext>
              </a:extLst>
            </p:cNvPr>
            <p:cNvSpPr/>
            <p:nvPr/>
          </p:nvSpPr>
          <p:spPr>
            <a:xfrm>
              <a:off x="1327934" y="19871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8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915;p46">
              <a:extLst>
                <a:ext uri="{FF2B5EF4-FFF2-40B4-BE49-F238E27FC236}">
                  <a16:creationId xmlns:a16="http://schemas.microsoft.com/office/drawing/2014/main" id="{16031D86-5C06-5541-B19C-2F3BE6E5E671}"/>
                </a:ext>
              </a:extLst>
            </p:cNvPr>
            <p:cNvSpPr/>
            <p:nvPr/>
          </p:nvSpPr>
          <p:spPr>
            <a:xfrm>
              <a:off x="1159838" y="16653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1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4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916;p46">
              <a:extLst>
                <a:ext uri="{FF2B5EF4-FFF2-40B4-BE49-F238E27FC236}">
                  <a16:creationId xmlns:a16="http://schemas.microsoft.com/office/drawing/2014/main" id="{D02F4EFF-AE49-6145-B72E-D27550E83D74}"/>
                </a:ext>
              </a:extLst>
            </p:cNvPr>
            <p:cNvSpPr/>
            <p:nvPr/>
          </p:nvSpPr>
          <p:spPr>
            <a:xfrm>
              <a:off x="1139099" y="1683460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917;p46">
              <a:extLst>
                <a:ext uri="{FF2B5EF4-FFF2-40B4-BE49-F238E27FC236}">
                  <a16:creationId xmlns:a16="http://schemas.microsoft.com/office/drawing/2014/main" id="{FC115EF8-11A8-2548-AFA3-23752B46CF20}"/>
                </a:ext>
              </a:extLst>
            </p:cNvPr>
            <p:cNvSpPr/>
            <p:nvPr/>
          </p:nvSpPr>
          <p:spPr>
            <a:xfrm>
              <a:off x="1151092" y="1852214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918;p46">
              <a:extLst>
                <a:ext uri="{FF2B5EF4-FFF2-40B4-BE49-F238E27FC236}">
                  <a16:creationId xmlns:a16="http://schemas.microsoft.com/office/drawing/2014/main" id="{E54C2B83-DC51-444F-A417-DFC3D42DBE81}"/>
                </a:ext>
              </a:extLst>
            </p:cNvPr>
            <p:cNvSpPr/>
            <p:nvPr/>
          </p:nvSpPr>
          <p:spPr>
            <a:xfrm>
              <a:off x="1157983" y="18738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665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919;p46">
              <a:extLst>
                <a:ext uri="{FF2B5EF4-FFF2-40B4-BE49-F238E27FC236}">
                  <a16:creationId xmlns:a16="http://schemas.microsoft.com/office/drawing/2014/main" id="{3C5A5D38-ECBB-CA4B-AC3D-53B44E8CED8C}"/>
                </a:ext>
              </a:extLst>
            </p:cNvPr>
            <p:cNvSpPr/>
            <p:nvPr/>
          </p:nvSpPr>
          <p:spPr>
            <a:xfrm>
              <a:off x="1173553" y="17724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7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920;p46">
              <a:extLst>
                <a:ext uri="{FF2B5EF4-FFF2-40B4-BE49-F238E27FC236}">
                  <a16:creationId xmlns:a16="http://schemas.microsoft.com/office/drawing/2014/main" id="{92428EE1-2A41-C04D-AFDA-1E0CDC80C136}"/>
                </a:ext>
              </a:extLst>
            </p:cNvPr>
            <p:cNvSpPr/>
            <p:nvPr/>
          </p:nvSpPr>
          <p:spPr>
            <a:xfrm>
              <a:off x="1031629" y="1864859"/>
              <a:ext cx="197832" cy="232760"/>
            </a:xfrm>
            <a:custGeom>
              <a:avLst/>
              <a:gdLst/>
              <a:ahLst/>
              <a:cxnLst/>
              <a:rect l="l" t="t" r="r" b="b"/>
              <a:pathLst>
                <a:path w="1978320" h="2327603" extrusionOk="0">
                  <a:moveTo>
                    <a:pt x="1977656" y="1140566"/>
                  </a:moveTo>
                  <a:lnTo>
                    <a:pt x="0" y="0"/>
                  </a:lnTo>
                  <a:lnTo>
                    <a:pt x="665" y="1029696"/>
                  </a:lnTo>
                  <a:lnTo>
                    <a:pt x="1803548" y="2069350"/>
                  </a:lnTo>
                  <a:lnTo>
                    <a:pt x="1978320" y="2327604"/>
                  </a:lnTo>
                  <a:lnTo>
                    <a:pt x="1977656" y="114056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921;p46">
              <a:extLst>
                <a:ext uri="{FF2B5EF4-FFF2-40B4-BE49-F238E27FC236}">
                  <a16:creationId xmlns:a16="http://schemas.microsoft.com/office/drawing/2014/main" id="{6F68255C-138C-7747-B125-83E496D55536}"/>
                </a:ext>
              </a:extLst>
            </p:cNvPr>
            <p:cNvSpPr/>
            <p:nvPr/>
          </p:nvSpPr>
          <p:spPr>
            <a:xfrm>
              <a:off x="1010626" y="1877041"/>
              <a:ext cx="74627" cy="70970"/>
            </a:xfrm>
            <a:custGeom>
              <a:avLst/>
              <a:gdLst/>
              <a:ahLst/>
              <a:cxnLst/>
              <a:rect l="l" t="t" r="r" b="b"/>
              <a:pathLst>
                <a:path w="746272" h="709700" extrusionOk="0">
                  <a:moveTo>
                    <a:pt x="0" y="279498"/>
                  </a:moveTo>
                  <a:lnTo>
                    <a:pt x="0" y="0"/>
                  </a:lnTo>
                  <a:lnTo>
                    <a:pt x="746273" y="430202"/>
                  </a:lnTo>
                  <a:lnTo>
                    <a:pt x="746273" y="709700"/>
                  </a:lnTo>
                  <a:lnTo>
                    <a:pt x="0" y="279498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922;p46">
              <a:extLst>
                <a:ext uri="{FF2B5EF4-FFF2-40B4-BE49-F238E27FC236}">
                  <a16:creationId xmlns:a16="http://schemas.microsoft.com/office/drawing/2014/main" id="{DB2A7262-131B-3145-82C2-BA186A086260}"/>
                </a:ext>
              </a:extLst>
            </p:cNvPr>
            <p:cNvSpPr/>
            <p:nvPr/>
          </p:nvSpPr>
          <p:spPr>
            <a:xfrm>
              <a:off x="1134925" y="1949468"/>
              <a:ext cx="43328" cy="33991"/>
            </a:xfrm>
            <a:custGeom>
              <a:avLst/>
              <a:gdLst/>
              <a:ahLst/>
              <a:cxnLst/>
              <a:rect l="l" t="t" r="r" b="b"/>
              <a:pathLst>
                <a:path w="433276" h="339912" extrusionOk="0">
                  <a:moveTo>
                    <a:pt x="433277" y="249623"/>
                  </a:moveTo>
                  <a:lnTo>
                    <a:pt x="0" y="0"/>
                  </a:lnTo>
                  <a:lnTo>
                    <a:pt x="0" y="90290"/>
                  </a:lnTo>
                  <a:lnTo>
                    <a:pt x="433277" y="339913"/>
                  </a:lnTo>
                  <a:lnTo>
                    <a:pt x="433277" y="249623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923;p46">
              <a:extLst>
                <a:ext uri="{FF2B5EF4-FFF2-40B4-BE49-F238E27FC236}">
                  <a16:creationId xmlns:a16="http://schemas.microsoft.com/office/drawing/2014/main" id="{555CBBFA-96D6-8B44-975E-7FFF594F6517}"/>
                </a:ext>
              </a:extLst>
            </p:cNvPr>
            <p:cNvSpPr/>
            <p:nvPr/>
          </p:nvSpPr>
          <p:spPr>
            <a:xfrm>
              <a:off x="1094839" y="1944436"/>
              <a:ext cx="83532" cy="57161"/>
            </a:xfrm>
            <a:custGeom>
              <a:avLst/>
              <a:gdLst/>
              <a:ahLst/>
              <a:cxnLst/>
              <a:rect l="l" t="t" r="r" b="b"/>
              <a:pathLst>
                <a:path w="835320" h="571610" extrusionOk="0">
                  <a:moveTo>
                    <a:pt x="835320" y="48132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835320" y="571611"/>
                  </a:lnTo>
                  <a:lnTo>
                    <a:pt x="835320" y="48132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924;p46">
              <a:extLst>
                <a:ext uri="{FF2B5EF4-FFF2-40B4-BE49-F238E27FC236}">
                  <a16:creationId xmlns:a16="http://schemas.microsoft.com/office/drawing/2014/main" id="{D916518A-D3DC-E546-87A7-451A44B96F8C}"/>
                </a:ext>
              </a:extLst>
            </p:cNvPr>
            <p:cNvSpPr/>
            <p:nvPr/>
          </p:nvSpPr>
          <p:spPr>
            <a:xfrm>
              <a:off x="1077281" y="1952249"/>
              <a:ext cx="101209" cy="67385"/>
            </a:xfrm>
            <a:custGeom>
              <a:avLst/>
              <a:gdLst/>
              <a:ahLst/>
              <a:cxnLst/>
              <a:rect l="l" t="t" r="r" b="b"/>
              <a:pathLst>
                <a:path w="1012086" h="673849" extrusionOk="0">
                  <a:moveTo>
                    <a:pt x="1011422" y="58356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1012087" y="673850"/>
                  </a:lnTo>
                  <a:lnTo>
                    <a:pt x="1011422" y="58356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925;p46">
              <a:extLst>
                <a:ext uri="{FF2B5EF4-FFF2-40B4-BE49-F238E27FC236}">
                  <a16:creationId xmlns:a16="http://schemas.microsoft.com/office/drawing/2014/main" id="{0E9F9831-8332-784A-88BF-5AE2B538CAA7}"/>
                </a:ext>
              </a:extLst>
            </p:cNvPr>
            <p:cNvSpPr/>
            <p:nvPr/>
          </p:nvSpPr>
          <p:spPr>
            <a:xfrm>
              <a:off x="1188792" y="1979734"/>
              <a:ext cx="22462" cy="33373"/>
            </a:xfrm>
            <a:custGeom>
              <a:avLst/>
              <a:gdLst/>
              <a:ahLst/>
              <a:cxnLst/>
              <a:rect l="l" t="t" r="r" b="b"/>
              <a:pathLst>
                <a:path w="224619" h="333730" extrusionOk="0">
                  <a:moveTo>
                    <a:pt x="6" y="102136"/>
                  </a:moveTo>
                  <a:cubicBezTo>
                    <a:pt x="6" y="187114"/>
                    <a:pt x="50511" y="284706"/>
                    <a:pt x="112313" y="320556"/>
                  </a:cubicBezTo>
                  <a:cubicBezTo>
                    <a:pt x="174115" y="356406"/>
                    <a:pt x="224619" y="316573"/>
                    <a:pt x="224619" y="231595"/>
                  </a:cubicBezTo>
                  <a:cubicBezTo>
                    <a:pt x="224619" y="146616"/>
                    <a:pt x="174115" y="49025"/>
                    <a:pt x="112313" y="13174"/>
                  </a:cubicBezTo>
                  <a:cubicBezTo>
                    <a:pt x="49847" y="-22676"/>
                    <a:pt x="-658" y="17157"/>
                    <a:pt x="6" y="1021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926;p46">
              <a:extLst>
                <a:ext uri="{FF2B5EF4-FFF2-40B4-BE49-F238E27FC236}">
                  <a16:creationId xmlns:a16="http://schemas.microsoft.com/office/drawing/2014/main" id="{20290011-3A1B-2E45-971D-9279BC3E9284}"/>
                </a:ext>
              </a:extLst>
            </p:cNvPr>
            <p:cNvSpPr/>
            <p:nvPr/>
          </p:nvSpPr>
          <p:spPr>
            <a:xfrm>
              <a:off x="1046537" y="1669527"/>
              <a:ext cx="55555" cy="75611"/>
            </a:xfrm>
            <a:custGeom>
              <a:avLst/>
              <a:gdLst/>
              <a:ahLst/>
              <a:cxnLst/>
              <a:rect l="l" t="t" r="r" b="b"/>
              <a:pathLst>
                <a:path w="555551" h="756106" extrusionOk="0">
                  <a:moveTo>
                    <a:pt x="277776" y="9593"/>
                  </a:moveTo>
                  <a:cubicBezTo>
                    <a:pt x="317648" y="32166"/>
                    <a:pt x="349545" y="87932"/>
                    <a:pt x="349545" y="133741"/>
                  </a:cubicBezTo>
                  <a:lnTo>
                    <a:pt x="349545" y="336228"/>
                  </a:lnTo>
                  <a:lnTo>
                    <a:pt x="483781" y="413239"/>
                  </a:lnTo>
                  <a:cubicBezTo>
                    <a:pt x="523653" y="435812"/>
                    <a:pt x="555551" y="491579"/>
                    <a:pt x="555551" y="537387"/>
                  </a:cubicBezTo>
                  <a:cubicBezTo>
                    <a:pt x="555551" y="583196"/>
                    <a:pt x="523653" y="601785"/>
                    <a:pt x="483781" y="579212"/>
                  </a:cubicBezTo>
                  <a:lnTo>
                    <a:pt x="349545" y="502201"/>
                  </a:lnTo>
                  <a:lnTo>
                    <a:pt x="349545" y="704688"/>
                  </a:lnTo>
                  <a:cubicBezTo>
                    <a:pt x="349545" y="750496"/>
                    <a:pt x="317648" y="769085"/>
                    <a:pt x="277776" y="746513"/>
                  </a:cubicBezTo>
                  <a:cubicBezTo>
                    <a:pt x="237903" y="723941"/>
                    <a:pt x="206006" y="668174"/>
                    <a:pt x="206006" y="622365"/>
                  </a:cubicBezTo>
                  <a:lnTo>
                    <a:pt x="206006" y="419878"/>
                  </a:lnTo>
                  <a:lnTo>
                    <a:pt x="71770" y="342867"/>
                  </a:lnTo>
                  <a:cubicBezTo>
                    <a:pt x="31898" y="320295"/>
                    <a:pt x="0" y="264528"/>
                    <a:pt x="0" y="218719"/>
                  </a:cubicBezTo>
                  <a:cubicBezTo>
                    <a:pt x="0" y="172911"/>
                    <a:pt x="31898" y="154322"/>
                    <a:pt x="71770" y="176894"/>
                  </a:cubicBezTo>
                  <a:lnTo>
                    <a:pt x="206006" y="253905"/>
                  </a:lnTo>
                  <a:lnTo>
                    <a:pt x="206006" y="51418"/>
                  </a:lnTo>
                  <a:cubicBezTo>
                    <a:pt x="206006" y="5610"/>
                    <a:pt x="237903" y="-12979"/>
                    <a:pt x="277776" y="959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9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74334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GOVERNANCE, RISK &amp; AUTOMATION</a:t>
            </a:r>
            <a:endParaRPr/>
          </a:p>
        </p:txBody>
      </p:sp>
      <p:sp>
        <p:nvSpPr>
          <p:cNvPr id="265" name="Google Shape;265;p19"/>
          <p:cNvSpPr txBox="1">
            <a:spLocks noGrp="1"/>
          </p:cNvSpPr>
          <p:nvPr>
            <p:ph type="body" idx="1"/>
          </p:nvPr>
        </p:nvSpPr>
        <p:spPr>
          <a:xfrm>
            <a:off x="855300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Governance &amp; Risk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GDPR, SOX, ITIL compliance. Risk assessment, vulnerability management, and security policy design.</a:t>
            </a:r>
            <a:endParaRPr/>
          </a:p>
        </p:txBody>
      </p:sp>
      <p:sp>
        <p:nvSpPr>
          <p:cNvPr id="266" name="Google Shape;266;p19"/>
          <p:cNvSpPr txBox="1">
            <a:spLocks noGrp="1"/>
          </p:cNvSpPr>
          <p:nvPr>
            <p:ph type="body" idx="2"/>
          </p:nvPr>
        </p:nvSpPr>
        <p:spPr>
          <a:xfrm>
            <a:off x="3414196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Analytics &amp; Automation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PowerShell, Python, SQL scripting. Excel, Power BI, Tableau, LLMs, Power Automate &amp; AI Agents.</a:t>
            </a:r>
            <a:endParaRPr/>
          </a:p>
        </p:txBody>
      </p:sp>
      <p:sp>
        <p:nvSpPr>
          <p:cNvPr id="267" name="Google Shape;267;p19"/>
          <p:cNvSpPr txBox="1">
            <a:spLocks noGrp="1"/>
          </p:cNvSpPr>
          <p:nvPr>
            <p:ph type="body" idx="3"/>
          </p:nvPr>
        </p:nvSpPr>
        <p:spPr>
          <a:xfrm>
            <a:off x="5973091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Predictive Modeling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/>
              <a:t>88% predictive model accuracy. Automated reporting with +10% accuracy gain through data validation.</a:t>
            </a:r>
            <a:endParaRPr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/>
          </a:p>
        </p:txBody>
      </p:sp>
      <p:sp>
        <p:nvSpPr>
          <p:cNvPr id="268" name="Google Shape;268;p19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0"/>
          <p:cNvPicPr preferRelativeResize="0"/>
          <p:nvPr/>
        </p:nvPicPr>
        <p:blipFill rotWithShape="1">
          <a:blip r:embed="rId3">
            <a:alphaModFix/>
          </a:blip>
          <a:srcRect l="20000"/>
          <a:stretch/>
        </p:blipFill>
        <p:spPr>
          <a:xfrm>
            <a:off x="6096000" y="0"/>
            <a:ext cx="3048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0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43485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OPERATIONS DASHBOARD</a:t>
            </a:r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4348500" cy="30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Executive view built at RightPath Insurance to monitor security posture, incidents, and compliance across the enterprise.</a:t>
            </a:r>
            <a:endParaRPr/>
          </a:p>
        </p:txBody>
      </p:sp>
      <p:sp>
        <p:nvSpPr>
          <p:cNvPr id="276" name="Google Shape;276;p20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1"/>
          <p:cNvSpPr txBox="1">
            <a:spLocks noGrp="1"/>
          </p:cNvSpPr>
          <p:nvPr>
            <p:ph type="title" idx="4294967295"/>
          </p:nvPr>
        </p:nvSpPr>
        <p:spPr>
          <a:xfrm>
            <a:off x="855300" y="1881750"/>
            <a:ext cx="2582100" cy="1380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>
                <a:solidFill>
                  <a:schemeClr val="accent2"/>
                </a:solidFill>
              </a:rPr>
              <a:t>99.8% Uptime</a:t>
            </a:r>
            <a:endParaRPr b="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CRITICAL BREACHES</a:t>
            </a:r>
            <a:endParaRPr/>
          </a:p>
        </p:txBody>
      </p:sp>
      <p:sp>
        <p:nvSpPr>
          <p:cNvPr id="282" name="Google Shape;282;p21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2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grpSp>
        <p:nvGrpSpPr>
          <p:cNvPr id="288" name="Google Shape;288;p22"/>
          <p:cNvGrpSpPr/>
          <p:nvPr/>
        </p:nvGrpSpPr>
        <p:grpSpPr>
          <a:xfrm>
            <a:off x="855292" y="836003"/>
            <a:ext cx="4036590" cy="3941676"/>
            <a:chOff x="855292" y="912203"/>
            <a:chExt cx="4036590" cy="3941676"/>
          </a:xfrm>
        </p:grpSpPr>
        <p:sp>
          <p:nvSpPr>
            <p:cNvPr id="289" name="Google Shape;289;p22"/>
            <p:cNvSpPr/>
            <p:nvPr/>
          </p:nvSpPr>
          <p:spPr>
            <a:xfrm rot="-6597333">
              <a:off x="2895551" y="4185127"/>
              <a:ext cx="586303" cy="586303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2"/>
            <p:cNvSpPr/>
            <p:nvPr/>
          </p:nvSpPr>
          <p:spPr>
            <a:xfrm rot="-6599386">
              <a:off x="917321" y="1642633"/>
              <a:ext cx="440541" cy="440541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2"/>
            <p:cNvSpPr/>
            <p:nvPr/>
          </p:nvSpPr>
          <p:spPr>
            <a:xfrm rot="-6598839">
              <a:off x="1486366" y="2582084"/>
              <a:ext cx="1199287" cy="1199287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2"/>
            <p:cNvSpPr/>
            <p:nvPr/>
          </p:nvSpPr>
          <p:spPr>
            <a:xfrm rot="-6598620">
              <a:off x="2973641" y="1148863"/>
              <a:ext cx="1681581" cy="1681581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2"/>
            <p:cNvSpPr/>
            <p:nvPr/>
          </p:nvSpPr>
          <p:spPr>
            <a:xfrm rot="-6597866">
              <a:off x="1260554" y="2443316"/>
              <a:ext cx="629106" cy="629106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2"/>
            <p:cNvSpPr/>
            <p:nvPr/>
          </p:nvSpPr>
          <p:spPr>
            <a:xfrm rot="-6597701">
              <a:off x="1866350" y="1348918"/>
              <a:ext cx="274172" cy="274172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5" name="Google Shape;295;p22"/>
          <p:cNvSpPr/>
          <p:nvPr/>
        </p:nvSpPr>
        <p:spPr>
          <a:xfrm>
            <a:off x="3045919" y="1974666"/>
            <a:ext cx="2440200" cy="244020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6" name="Google Shape;296;p22"/>
          <p:cNvSpPr txBox="1"/>
          <p:nvPr/>
        </p:nvSpPr>
        <p:spPr>
          <a:xfrm>
            <a:off x="3334675" y="2663175"/>
            <a:ext cx="1862700" cy="11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Endpoint Protection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2165662" y="1532953"/>
            <a:ext cx="1423800" cy="1423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8" name="Google Shape;298;p22"/>
          <p:cNvSpPr txBox="1"/>
          <p:nvPr/>
        </p:nvSpPr>
        <p:spPr>
          <a:xfrm>
            <a:off x="2393679" y="1772503"/>
            <a:ext cx="967800" cy="9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Access Governance</a:t>
            </a:r>
            <a:endParaRPr sz="10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9" name="Google Shape;299;p22"/>
          <p:cNvSpPr/>
          <p:nvPr/>
        </p:nvSpPr>
        <p:spPr>
          <a:xfrm>
            <a:off x="1824478" y="3097189"/>
            <a:ext cx="1498800" cy="14988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0" name="Google Shape;300;p22"/>
          <p:cNvSpPr txBox="1"/>
          <p:nvPr/>
        </p:nvSpPr>
        <p:spPr>
          <a:xfrm>
            <a:off x="2037251" y="3374250"/>
            <a:ext cx="1073400" cy="9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Threat Monitoring</a:t>
            </a:r>
            <a:endParaRPr sz="10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1" name="Google Shape;301;p22"/>
          <p:cNvSpPr/>
          <p:nvPr/>
        </p:nvSpPr>
        <p:spPr>
          <a:xfrm>
            <a:off x="4486309" y="1349393"/>
            <a:ext cx="1030262" cy="103026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2" name="Google Shape;302;p22"/>
          <p:cNvSpPr txBox="1"/>
          <p:nvPr/>
        </p:nvSpPr>
        <p:spPr>
          <a:xfrm>
            <a:off x="4651302" y="1522731"/>
            <a:ext cx="700300" cy="683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Data Loss Prevention</a:t>
            </a:r>
            <a:endParaRPr sz="10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3" name="Google Shape;303;p22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FRAMEWORK</a:t>
            </a:r>
            <a:br>
              <a:rPr lang="en"/>
            </a:br>
            <a:r>
              <a:rPr lang="en"/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3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DASHBOARD METRICS</a:t>
            </a:r>
            <a:endParaRPr/>
          </a:p>
        </p:txBody>
      </p:sp>
      <p:graphicFrame>
        <p:nvGraphicFramePr>
          <p:cNvPr id="309" name="Google Shape;309;p23"/>
          <p:cNvGraphicFramePr/>
          <p:nvPr/>
        </p:nvGraphicFramePr>
        <p:xfrm>
          <a:off x="855300" y="1564481"/>
          <a:ext cx="7433400" cy="2832400"/>
        </p:xfrm>
        <a:graphic>
          <a:graphicData uri="http://schemas.openxmlformats.org/drawingml/2006/table">
            <a:tbl>
              <a:tblPr>
                <a:noFill/>
                <a:tableStyleId>{511C7EFF-B079-44CD-85B6-E6D3598932AC}</a:tableStyleId>
              </a:tblPr>
              <a:tblGrid>
                <a:gridCol w="1858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8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8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8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Metric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Value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Status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81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Uptime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99.8%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Achieved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7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1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Threats Mitigated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24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Resolved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10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81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RBAC Coverage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100%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Complete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16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0" name="Google Shape;310;p23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24"/>
          <p:cNvSpPr/>
          <p:nvPr/>
        </p:nvSpPr>
        <p:spPr>
          <a:xfrm>
            <a:off x="812525" y="539284"/>
            <a:ext cx="8171736" cy="3892835"/>
          </a:xfrm>
          <a:custGeom>
            <a:avLst/>
            <a:gdLst/>
            <a:ahLst/>
            <a:cxnLst/>
            <a:rect l="l" t="t" r="r" b="b"/>
            <a:pathLst>
              <a:path w="285750" h="136125" extrusionOk="0">
                <a:moveTo>
                  <a:pt x="74830" y="1313"/>
                </a:moveTo>
                <a:lnTo>
                  <a:pt x="74352" y="1330"/>
                </a:lnTo>
                <a:lnTo>
                  <a:pt x="74864" y="1330"/>
                </a:lnTo>
                <a:lnTo>
                  <a:pt x="74830" y="1313"/>
                </a:lnTo>
                <a:close/>
                <a:moveTo>
                  <a:pt x="77830" y="1739"/>
                </a:moveTo>
                <a:lnTo>
                  <a:pt x="77830" y="1739"/>
                </a:lnTo>
                <a:lnTo>
                  <a:pt x="77830" y="1739"/>
                </a:lnTo>
                <a:close/>
                <a:moveTo>
                  <a:pt x="176011" y="1432"/>
                </a:moveTo>
                <a:lnTo>
                  <a:pt x="176114" y="1636"/>
                </a:lnTo>
                <a:lnTo>
                  <a:pt x="175500" y="1841"/>
                </a:lnTo>
                <a:lnTo>
                  <a:pt x="175807" y="1943"/>
                </a:lnTo>
                <a:lnTo>
                  <a:pt x="178875" y="1943"/>
                </a:lnTo>
                <a:lnTo>
                  <a:pt x="178773" y="1636"/>
                </a:lnTo>
                <a:lnTo>
                  <a:pt x="176011" y="1432"/>
                </a:lnTo>
                <a:close/>
                <a:moveTo>
                  <a:pt x="135102" y="1841"/>
                </a:moveTo>
                <a:lnTo>
                  <a:pt x="134898" y="1943"/>
                </a:lnTo>
                <a:lnTo>
                  <a:pt x="135102" y="2045"/>
                </a:lnTo>
                <a:lnTo>
                  <a:pt x="134489" y="2045"/>
                </a:lnTo>
                <a:lnTo>
                  <a:pt x="134795" y="2148"/>
                </a:lnTo>
                <a:lnTo>
                  <a:pt x="134489" y="2148"/>
                </a:lnTo>
                <a:lnTo>
                  <a:pt x="135920" y="2352"/>
                </a:lnTo>
                <a:lnTo>
                  <a:pt x="135307" y="2455"/>
                </a:lnTo>
                <a:lnTo>
                  <a:pt x="137148" y="2557"/>
                </a:lnTo>
                <a:lnTo>
                  <a:pt x="137148" y="2659"/>
                </a:lnTo>
                <a:lnTo>
                  <a:pt x="139500" y="2148"/>
                </a:lnTo>
                <a:lnTo>
                  <a:pt x="137148" y="2045"/>
                </a:lnTo>
                <a:lnTo>
                  <a:pt x="137250" y="1841"/>
                </a:lnTo>
                <a:lnTo>
                  <a:pt x="136739" y="1841"/>
                </a:lnTo>
                <a:lnTo>
                  <a:pt x="136739" y="2045"/>
                </a:lnTo>
                <a:lnTo>
                  <a:pt x="135102" y="1841"/>
                </a:lnTo>
                <a:close/>
                <a:moveTo>
                  <a:pt x="178466" y="2045"/>
                </a:moveTo>
                <a:lnTo>
                  <a:pt x="177443" y="2148"/>
                </a:lnTo>
                <a:lnTo>
                  <a:pt x="177136" y="2455"/>
                </a:lnTo>
                <a:lnTo>
                  <a:pt x="181534" y="2864"/>
                </a:lnTo>
                <a:lnTo>
                  <a:pt x="181534" y="2864"/>
                </a:lnTo>
                <a:lnTo>
                  <a:pt x="180716" y="2659"/>
                </a:lnTo>
                <a:lnTo>
                  <a:pt x="181023" y="2659"/>
                </a:lnTo>
                <a:lnTo>
                  <a:pt x="180818" y="2250"/>
                </a:lnTo>
                <a:lnTo>
                  <a:pt x="178466" y="2045"/>
                </a:lnTo>
                <a:close/>
                <a:moveTo>
                  <a:pt x="75068" y="3170"/>
                </a:moveTo>
                <a:lnTo>
                  <a:pt x="74870" y="3225"/>
                </a:lnTo>
                <a:lnTo>
                  <a:pt x="75022" y="3201"/>
                </a:lnTo>
                <a:lnTo>
                  <a:pt x="75022" y="3201"/>
                </a:lnTo>
                <a:lnTo>
                  <a:pt x="75068" y="3170"/>
                </a:lnTo>
                <a:close/>
                <a:moveTo>
                  <a:pt x="72920" y="1227"/>
                </a:moveTo>
                <a:lnTo>
                  <a:pt x="72102" y="1330"/>
                </a:lnTo>
                <a:lnTo>
                  <a:pt x="72511" y="1330"/>
                </a:lnTo>
                <a:lnTo>
                  <a:pt x="70977" y="1534"/>
                </a:lnTo>
                <a:lnTo>
                  <a:pt x="71591" y="1739"/>
                </a:lnTo>
                <a:lnTo>
                  <a:pt x="70364" y="1739"/>
                </a:lnTo>
                <a:lnTo>
                  <a:pt x="70568" y="1841"/>
                </a:lnTo>
                <a:lnTo>
                  <a:pt x="70057" y="1943"/>
                </a:lnTo>
                <a:lnTo>
                  <a:pt x="71080" y="2045"/>
                </a:lnTo>
                <a:lnTo>
                  <a:pt x="69648" y="2045"/>
                </a:lnTo>
                <a:lnTo>
                  <a:pt x="69750" y="2352"/>
                </a:lnTo>
                <a:lnTo>
                  <a:pt x="70670" y="2352"/>
                </a:lnTo>
                <a:lnTo>
                  <a:pt x="69545" y="2557"/>
                </a:lnTo>
                <a:lnTo>
                  <a:pt x="70568" y="2557"/>
                </a:lnTo>
                <a:lnTo>
                  <a:pt x="70466" y="2659"/>
                </a:lnTo>
                <a:lnTo>
                  <a:pt x="72102" y="2557"/>
                </a:lnTo>
                <a:lnTo>
                  <a:pt x="70773" y="2761"/>
                </a:lnTo>
                <a:lnTo>
                  <a:pt x="70466" y="2966"/>
                </a:lnTo>
                <a:lnTo>
                  <a:pt x="70159" y="3068"/>
                </a:lnTo>
                <a:lnTo>
                  <a:pt x="70977" y="3170"/>
                </a:lnTo>
                <a:lnTo>
                  <a:pt x="70364" y="3273"/>
                </a:lnTo>
                <a:lnTo>
                  <a:pt x="72102" y="3477"/>
                </a:lnTo>
                <a:lnTo>
                  <a:pt x="72102" y="3170"/>
                </a:lnTo>
                <a:lnTo>
                  <a:pt x="72307" y="3273"/>
                </a:lnTo>
                <a:lnTo>
                  <a:pt x="73330" y="3170"/>
                </a:lnTo>
                <a:lnTo>
                  <a:pt x="73227" y="3068"/>
                </a:lnTo>
                <a:lnTo>
                  <a:pt x="73739" y="2864"/>
                </a:lnTo>
                <a:lnTo>
                  <a:pt x="73432" y="3068"/>
                </a:lnTo>
                <a:lnTo>
                  <a:pt x="75580" y="2557"/>
                </a:lnTo>
                <a:lnTo>
                  <a:pt x="74557" y="2455"/>
                </a:lnTo>
                <a:lnTo>
                  <a:pt x="74659" y="2045"/>
                </a:lnTo>
                <a:lnTo>
                  <a:pt x="74966" y="1841"/>
                </a:lnTo>
                <a:lnTo>
                  <a:pt x="74352" y="1943"/>
                </a:lnTo>
                <a:lnTo>
                  <a:pt x="74455" y="2045"/>
                </a:lnTo>
                <a:lnTo>
                  <a:pt x="73534" y="1739"/>
                </a:lnTo>
                <a:lnTo>
                  <a:pt x="73534" y="1636"/>
                </a:lnTo>
                <a:lnTo>
                  <a:pt x="72920" y="1227"/>
                </a:lnTo>
                <a:close/>
                <a:moveTo>
                  <a:pt x="74870" y="3225"/>
                </a:moveTo>
                <a:lnTo>
                  <a:pt x="73227" y="3477"/>
                </a:lnTo>
                <a:lnTo>
                  <a:pt x="74301" y="3380"/>
                </a:lnTo>
                <a:lnTo>
                  <a:pt x="74301" y="3380"/>
                </a:lnTo>
                <a:lnTo>
                  <a:pt x="74870" y="3225"/>
                </a:lnTo>
                <a:close/>
                <a:moveTo>
                  <a:pt x="74352" y="3375"/>
                </a:moveTo>
                <a:lnTo>
                  <a:pt x="74301" y="3380"/>
                </a:lnTo>
                <a:lnTo>
                  <a:pt x="74301" y="3380"/>
                </a:lnTo>
                <a:lnTo>
                  <a:pt x="73943" y="3477"/>
                </a:lnTo>
                <a:lnTo>
                  <a:pt x="74352" y="3375"/>
                </a:lnTo>
                <a:close/>
                <a:moveTo>
                  <a:pt x="182148" y="2557"/>
                </a:moveTo>
                <a:lnTo>
                  <a:pt x="182250" y="2966"/>
                </a:lnTo>
                <a:lnTo>
                  <a:pt x="182148" y="3170"/>
                </a:lnTo>
                <a:lnTo>
                  <a:pt x="182045" y="3580"/>
                </a:lnTo>
                <a:lnTo>
                  <a:pt x="185114" y="3170"/>
                </a:lnTo>
                <a:lnTo>
                  <a:pt x="183682" y="2761"/>
                </a:lnTo>
                <a:lnTo>
                  <a:pt x="183170" y="2864"/>
                </a:lnTo>
                <a:lnTo>
                  <a:pt x="182966" y="2761"/>
                </a:lnTo>
                <a:lnTo>
                  <a:pt x="183068" y="2659"/>
                </a:lnTo>
                <a:lnTo>
                  <a:pt x="182455" y="2557"/>
                </a:lnTo>
                <a:lnTo>
                  <a:pt x="182455" y="2557"/>
                </a:lnTo>
                <a:lnTo>
                  <a:pt x="182557" y="2659"/>
                </a:lnTo>
                <a:lnTo>
                  <a:pt x="182148" y="2557"/>
                </a:lnTo>
                <a:close/>
                <a:moveTo>
                  <a:pt x="64739" y="2557"/>
                </a:moveTo>
                <a:lnTo>
                  <a:pt x="63614" y="2864"/>
                </a:lnTo>
                <a:lnTo>
                  <a:pt x="64023" y="2864"/>
                </a:lnTo>
                <a:lnTo>
                  <a:pt x="63716" y="2966"/>
                </a:lnTo>
                <a:lnTo>
                  <a:pt x="63716" y="2966"/>
                </a:lnTo>
                <a:lnTo>
                  <a:pt x="64432" y="2864"/>
                </a:lnTo>
                <a:lnTo>
                  <a:pt x="64125" y="2966"/>
                </a:lnTo>
                <a:lnTo>
                  <a:pt x="64534" y="3068"/>
                </a:lnTo>
                <a:lnTo>
                  <a:pt x="64125" y="3068"/>
                </a:lnTo>
                <a:lnTo>
                  <a:pt x="64330" y="3170"/>
                </a:lnTo>
                <a:lnTo>
                  <a:pt x="63511" y="3375"/>
                </a:lnTo>
                <a:lnTo>
                  <a:pt x="65352" y="3477"/>
                </a:lnTo>
                <a:lnTo>
                  <a:pt x="65352" y="3580"/>
                </a:lnTo>
                <a:lnTo>
                  <a:pt x="66068" y="3682"/>
                </a:lnTo>
                <a:lnTo>
                  <a:pt x="66273" y="3375"/>
                </a:lnTo>
                <a:lnTo>
                  <a:pt x="66580" y="3170"/>
                </a:lnTo>
                <a:lnTo>
                  <a:pt x="65966" y="2966"/>
                </a:lnTo>
                <a:lnTo>
                  <a:pt x="66068" y="2864"/>
                </a:lnTo>
                <a:lnTo>
                  <a:pt x="65148" y="2966"/>
                </a:lnTo>
                <a:lnTo>
                  <a:pt x="65148" y="2864"/>
                </a:lnTo>
                <a:lnTo>
                  <a:pt x="64739" y="2557"/>
                </a:lnTo>
                <a:close/>
                <a:moveTo>
                  <a:pt x="67705" y="2966"/>
                </a:moveTo>
                <a:lnTo>
                  <a:pt x="67295" y="3273"/>
                </a:lnTo>
                <a:lnTo>
                  <a:pt x="67705" y="3477"/>
                </a:lnTo>
                <a:lnTo>
                  <a:pt x="67398" y="3682"/>
                </a:lnTo>
                <a:lnTo>
                  <a:pt x="69136" y="3273"/>
                </a:lnTo>
                <a:lnTo>
                  <a:pt x="67705" y="2966"/>
                </a:lnTo>
                <a:close/>
                <a:moveTo>
                  <a:pt x="136943" y="3170"/>
                </a:moveTo>
                <a:lnTo>
                  <a:pt x="135818" y="3273"/>
                </a:lnTo>
                <a:lnTo>
                  <a:pt x="136841" y="3682"/>
                </a:lnTo>
                <a:lnTo>
                  <a:pt x="136432" y="3886"/>
                </a:lnTo>
                <a:lnTo>
                  <a:pt x="137557" y="3886"/>
                </a:lnTo>
                <a:lnTo>
                  <a:pt x="137352" y="3989"/>
                </a:lnTo>
                <a:lnTo>
                  <a:pt x="137761" y="4091"/>
                </a:lnTo>
                <a:lnTo>
                  <a:pt x="138784" y="3784"/>
                </a:lnTo>
                <a:lnTo>
                  <a:pt x="137659" y="3477"/>
                </a:lnTo>
                <a:lnTo>
                  <a:pt x="137761" y="3477"/>
                </a:lnTo>
                <a:lnTo>
                  <a:pt x="137148" y="3375"/>
                </a:lnTo>
                <a:lnTo>
                  <a:pt x="136943" y="3170"/>
                </a:lnTo>
                <a:close/>
                <a:moveTo>
                  <a:pt x="131114" y="2250"/>
                </a:moveTo>
                <a:lnTo>
                  <a:pt x="131114" y="2352"/>
                </a:lnTo>
                <a:lnTo>
                  <a:pt x="130295" y="2352"/>
                </a:lnTo>
                <a:lnTo>
                  <a:pt x="131318" y="2864"/>
                </a:lnTo>
                <a:lnTo>
                  <a:pt x="130705" y="2864"/>
                </a:lnTo>
                <a:lnTo>
                  <a:pt x="131625" y="3375"/>
                </a:lnTo>
                <a:lnTo>
                  <a:pt x="132648" y="3273"/>
                </a:lnTo>
                <a:lnTo>
                  <a:pt x="132545" y="3170"/>
                </a:lnTo>
                <a:lnTo>
                  <a:pt x="132545" y="3068"/>
                </a:lnTo>
                <a:lnTo>
                  <a:pt x="132955" y="3068"/>
                </a:lnTo>
                <a:lnTo>
                  <a:pt x="133261" y="3273"/>
                </a:lnTo>
                <a:lnTo>
                  <a:pt x="133875" y="3068"/>
                </a:lnTo>
                <a:lnTo>
                  <a:pt x="133670" y="3170"/>
                </a:lnTo>
                <a:lnTo>
                  <a:pt x="134080" y="3273"/>
                </a:lnTo>
                <a:lnTo>
                  <a:pt x="132443" y="3580"/>
                </a:lnTo>
                <a:lnTo>
                  <a:pt x="132750" y="3784"/>
                </a:lnTo>
                <a:lnTo>
                  <a:pt x="134080" y="3784"/>
                </a:lnTo>
                <a:lnTo>
                  <a:pt x="132545" y="4091"/>
                </a:lnTo>
                <a:lnTo>
                  <a:pt x="134284" y="4602"/>
                </a:lnTo>
                <a:lnTo>
                  <a:pt x="134386" y="4398"/>
                </a:lnTo>
                <a:lnTo>
                  <a:pt x="134284" y="4295"/>
                </a:lnTo>
                <a:lnTo>
                  <a:pt x="134898" y="3886"/>
                </a:lnTo>
                <a:lnTo>
                  <a:pt x="134898" y="3580"/>
                </a:lnTo>
                <a:lnTo>
                  <a:pt x="135205" y="3477"/>
                </a:lnTo>
                <a:lnTo>
                  <a:pt x="135511" y="3170"/>
                </a:lnTo>
                <a:lnTo>
                  <a:pt x="136432" y="3068"/>
                </a:lnTo>
                <a:lnTo>
                  <a:pt x="135920" y="2864"/>
                </a:lnTo>
                <a:lnTo>
                  <a:pt x="136023" y="2761"/>
                </a:lnTo>
                <a:lnTo>
                  <a:pt x="134795" y="2659"/>
                </a:lnTo>
                <a:lnTo>
                  <a:pt x="134795" y="2455"/>
                </a:lnTo>
                <a:lnTo>
                  <a:pt x="134182" y="2557"/>
                </a:lnTo>
                <a:lnTo>
                  <a:pt x="134386" y="2352"/>
                </a:lnTo>
                <a:lnTo>
                  <a:pt x="133261" y="2250"/>
                </a:lnTo>
                <a:lnTo>
                  <a:pt x="133261" y="2250"/>
                </a:lnTo>
                <a:lnTo>
                  <a:pt x="133568" y="2864"/>
                </a:lnTo>
                <a:lnTo>
                  <a:pt x="133568" y="2864"/>
                </a:lnTo>
                <a:lnTo>
                  <a:pt x="132750" y="2455"/>
                </a:lnTo>
                <a:lnTo>
                  <a:pt x="131318" y="2455"/>
                </a:lnTo>
                <a:lnTo>
                  <a:pt x="131932" y="2250"/>
                </a:lnTo>
                <a:close/>
                <a:moveTo>
                  <a:pt x="66682" y="4398"/>
                </a:moveTo>
                <a:lnTo>
                  <a:pt x="66784" y="4500"/>
                </a:lnTo>
                <a:lnTo>
                  <a:pt x="66477" y="4500"/>
                </a:lnTo>
                <a:lnTo>
                  <a:pt x="67091" y="4705"/>
                </a:lnTo>
                <a:lnTo>
                  <a:pt x="66784" y="4705"/>
                </a:lnTo>
                <a:lnTo>
                  <a:pt x="68232" y="4795"/>
                </a:lnTo>
                <a:lnTo>
                  <a:pt x="68232" y="4795"/>
                </a:lnTo>
                <a:lnTo>
                  <a:pt x="68625" y="4500"/>
                </a:lnTo>
                <a:lnTo>
                  <a:pt x="66682" y="4398"/>
                </a:lnTo>
                <a:close/>
                <a:moveTo>
                  <a:pt x="68232" y="4795"/>
                </a:moveTo>
                <a:lnTo>
                  <a:pt x="68216" y="4807"/>
                </a:lnTo>
                <a:lnTo>
                  <a:pt x="68324" y="4801"/>
                </a:lnTo>
                <a:lnTo>
                  <a:pt x="68324" y="4801"/>
                </a:lnTo>
                <a:lnTo>
                  <a:pt x="68232" y="4795"/>
                </a:lnTo>
                <a:close/>
                <a:moveTo>
                  <a:pt x="71489" y="4500"/>
                </a:moveTo>
                <a:lnTo>
                  <a:pt x="70568" y="4705"/>
                </a:lnTo>
                <a:lnTo>
                  <a:pt x="71080" y="4807"/>
                </a:lnTo>
                <a:lnTo>
                  <a:pt x="71489" y="4500"/>
                </a:lnTo>
                <a:close/>
                <a:moveTo>
                  <a:pt x="81102" y="205"/>
                </a:moveTo>
                <a:lnTo>
                  <a:pt x="81614" y="409"/>
                </a:lnTo>
                <a:lnTo>
                  <a:pt x="80386" y="307"/>
                </a:lnTo>
                <a:lnTo>
                  <a:pt x="80489" y="409"/>
                </a:lnTo>
                <a:lnTo>
                  <a:pt x="79773" y="409"/>
                </a:lnTo>
                <a:lnTo>
                  <a:pt x="79977" y="511"/>
                </a:lnTo>
                <a:lnTo>
                  <a:pt x="79466" y="511"/>
                </a:lnTo>
                <a:lnTo>
                  <a:pt x="80693" y="920"/>
                </a:lnTo>
                <a:lnTo>
                  <a:pt x="80693" y="920"/>
                </a:lnTo>
                <a:lnTo>
                  <a:pt x="79159" y="716"/>
                </a:lnTo>
                <a:lnTo>
                  <a:pt x="77011" y="716"/>
                </a:lnTo>
                <a:lnTo>
                  <a:pt x="77727" y="818"/>
                </a:lnTo>
                <a:lnTo>
                  <a:pt x="73841" y="1023"/>
                </a:lnTo>
                <a:lnTo>
                  <a:pt x="73943" y="1125"/>
                </a:lnTo>
                <a:lnTo>
                  <a:pt x="74864" y="1023"/>
                </a:lnTo>
                <a:lnTo>
                  <a:pt x="74864" y="1023"/>
                </a:lnTo>
                <a:lnTo>
                  <a:pt x="74250" y="1125"/>
                </a:lnTo>
                <a:lnTo>
                  <a:pt x="75989" y="1125"/>
                </a:lnTo>
                <a:lnTo>
                  <a:pt x="74659" y="1227"/>
                </a:lnTo>
                <a:lnTo>
                  <a:pt x="74830" y="1313"/>
                </a:lnTo>
                <a:lnTo>
                  <a:pt x="74830" y="1313"/>
                </a:lnTo>
                <a:lnTo>
                  <a:pt x="77216" y="1227"/>
                </a:lnTo>
                <a:lnTo>
                  <a:pt x="74557" y="1534"/>
                </a:lnTo>
                <a:lnTo>
                  <a:pt x="74557" y="1534"/>
                </a:lnTo>
                <a:lnTo>
                  <a:pt x="78034" y="1330"/>
                </a:lnTo>
                <a:lnTo>
                  <a:pt x="75784" y="1739"/>
                </a:lnTo>
                <a:lnTo>
                  <a:pt x="75784" y="1739"/>
                </a:lnTo>
                <a:lnTo>
                  <a:pt x="78341" y="1636"/>
                </a:lnTo>
                <a:lnTo>
                  <a:pt x="78341" y="1636"/>
                </a:lnTo>
                <a:lnTo>
                  <a:pt x="77830" y="1739"/>
                </a:lnTo>
                <a:lnTo>
                  <a:pt x="81818" y="1125"/>
                </a:lnTo>
                <a:lnTo>
                  <a:pt x="81818" y="1125"/>
                </a:lnTo>
                <a:lnTo>
                  <a:pt x="80386" y="1534"/>
                </a:lnTo>
                <a:lnTo>
                  <a:pt x="81409" y="1534"/>
                </a:lnTo>
                <a:lnTo>
                  <a:pt x="77523" y="1943"/>
                </a:lnTo>
                <a:lnTo>
                  <a:pt x="78648" y="2352"/>
                </a:lnTo>
                <a:lnTo>
                  <a:pt x="78648" y="2352"/>
                </a:lnTo>
                <a:lnTo>
                  <a:pt x="75375" y="2045"/>
                </a:lnTo>
                <a:lnTo>
                  <a:pt x="75375" y="2352"/>
                </a:lnTo>
                <a:lnTo>
                  <a:pt x="76193" y="2761"/>
                </a:lnTo>
                <a:lnTo>
                  <a:pt x="75682" y="2761"/>
                </a:lnTo>
                <a:lnTo>
                  <a:pt x="77216" y="2864"/>
                </a:lnTo>
                <a:lnTo>
                  <a:pt x="75022" y="3201"/>
                </a:lnTo>
                <a:lnTo>
                  <a:pt x="75022" y="3201"/>
                </a:lnTo>
                <a:lnTo>
                  <a:pt x="74761" y="3375"/>
                </a:lnTo>
                <a:lnTo>
                  <a:pt x="75170" y="3477"/>
                </a:lnTo>
                <a:lnTo>
                  <a:pt x="74148" y="3682"/>
                </a:lnTo>
                <a:lnTo>
                  <a:pt x="74045" y="3886"/>
                </a:lnTo>
                <a:lnTo>
                  <a:pt x="75989" y="3580"/>
                </a:lnTo>
                <a:lnTo>
                  <a:pt x="73739" y="3989"/>
                </a:lnTo>
                <a:lnTo>
                  <a:pt x="73432" y="3682"/>
                </a:lnTo>
                <a:lnTo>
                  <a:pt x="72716" y="3682"/>
                </a:lnTo>
                <a:lnTo>
                  <a:pt x="72818" y="4193"/>
                </a:lnTo>
                <a:lnTo>
                  <a:pt x="71489" y="4500"/>
                </a:lnTo>
                <a:lnTo>
                  <a:pt x="71489" y="4500"/>
                </a:lnTo>
                <a:lnTo>
                  <a:pt x="71489" y="4500"/>
                </a:lnTo>
                <a:lnTo>
                  <a:pt x="71284" y="4807"/>
                </a:lnTo>
                <a:lnTo>
                  <a:pt x="71898" y="4705"/>
                </a:lnTo>
                <a:lnTo>
                  <a:pt x="71898" y="4807"/>
                </a:lnTo>
                <a:lnTo>
                  <a:pt x="75784" y="4807"/>
                </a:lnTo>
                <a:lnTo>
                  <a:pt x="75477" y="5011"/>
                </a:lnTo>
                <a:lnTo>
                  <a:pt x="75477" y="5011"/>
                </a:lnTo>
                <a:lnTo>
                  <a:pt x="77318" y="4705"/>
                </a:lnTo>
                <a:lnTo>
                  <a:pt x="77727" y="4398"/>
                </a:lnTo>
                <a:lnTo>
                  <a:pt x="77114" y="4398"/>
                </a:lnTo>
                <a:lnTo>
                  <a:pt x="77216" y="4193"/>
                </a:lnTo>
                <a:lnTo>
                  <a:pt x="75682" y="4091"/>
                </a:lnTo>
                <a:lnTo>
                  <a:pt x="76193" y="4091"/>
                </a:lnTo>
                <a:lnTo>
                  <a:pt x="76091" y="3989"/>
                </a:lnTo>
                <a:lnTo>
                  <a:pt x="78341" y="3886"/>
                </a:lnTo>
                <a:lnTo>
                  <a:pt x="78545" y="3580"/>
                </a:lnTo>
                <a:lnTo>
                  <a:pt x="80489" y="3375"/>
                </a:lnTo>
                <a:lnTo>
                  <a:pt x="79977" y="3170"/>
                </a:lnTo>
                <a:lnTo>
                  <a:pt x="81205" y="3068"/>
                </a:lnTo>
                <a:lnTo>
                  <a:pt x="79159" y="2761"/>
                </a:lnTo>
                <a:lnTo>
                  <a:pt x="81614" y="2659"/>
                </a:lnTo>
                <a:lnTo>
                  <a:pt x="80386" y="2455"/>
                </a:lnTo>
                <a:lnTo>
                  <a:pt x="82534" y="2352"/>
                </a:lnTo>
                <a:lnTo>
                  <a:pt x="81920" y="2250"/>
                </a:lnTo>
                <a:lnTo>
                  <a:pt x="83966" y="2250"/>
                </a:lnTo>
                <a:lnTo>
                  <a:pt x="83864" y="2148"/>
                </a:lnTo>
                <a:lnTo>
                  <a:pt x="84375" y="2045"/>
                </a:lnTo>
                <a:lnTo>
                  <a:pt x="83557" y="2045"/>
                </a:lnTo>
                <a:lnTo>
                  <a:pt x="84682" y="1943"/>
                </a:lnTo>
                <a:lnTo>
                  <a:pt x="84580" y="1739"/>
                </a:lnTo>
                <a:lnTo>
                  <a:pt x="88466" y="1125"/>
                </a:lnTo>
                <a:lnTo>
                  <a:pt x="86216" y="1330"/>
                </a:lnTo>
                <a:lnTo>
                  <a:pt x="90920" y="614"/>
                </a:lnTo>
                <a:lnTo>
                  <a:pt x="89898" y="511"/>
                </a:lnTo>
                <a:lnTo>
                  <a:pt x="90000" y="409"/>
                </a:lnTo>
                <a:lnTo>
                  <a:pt x="89795" y="409"/>
                </a:lnTo>
                <a:lnTo>
                  <a:pt x="89898" y="307"/>
                </a:lnTo>
                <a:lnTo>
                  <a:pt x="89898" y="307"/>
                </a:lnTo>
                <a:lnTo>
                  <a:pt x="87136" y="409"/>
                </a:lnTo>
                <a:lnTo>
                  <a:pt x="88466" y="205"/>
                </a:lnTo>
                <a:lnTo>
                  <a:pt x="84682" y="205"/>
                </a:lnTo>
                <a:lnTo>
                  <a:pt x="84989" y="409"/>
                </a:lnTo>
                <a:lnTo>
                  <a:pt x="82739" y="205"/>
                </a:lnTo>
                <a:lnTo>
                  <a:pt x="83352" y="409"/>
                </a:lnTo>
                <a:lnTo>
                  <a:pt x="83352" y="409"/>
                </a:lnTo>
                <a:lnTo>
                  <a:pt x="81102" y="205"/>
                </a:lnTo>
                <a:close/>
                <a:moveTo>
                  <a:pt x="62898" y="4909"/>
                </a:moveTo>
                <a:lnTo>
                  <a:pt x="63205" y="5011"/>
                </a:lnTo>
                <a:lnTo>
                  <a:pt x="63205" y="4909"/>
                </a:lnTo>
                <a:close/>
                <a:moveTo>
                  <a:pt x="55227" y="3989"/>
                </a:moveTo>
                <a:lnTo>
                  <a:pt x="55330" y="4091"/>
                </a:lnTo>
                <a:lnTo>
                  <a:pt x="50318" y="5011"/>
                </a:lnTo>
                <a:lnTo>
                  <a:pt x="50523" y="5011"/>
                </a:lnTo>
                <a:lnTo>
                  <a:pt x="50318" y="5216"/>
                </a:lnTo>
                <a:lnTo>
                  <a:pt x="50318" y="5216"/>
                </a:lnTo>
                <a:lnTo>
                  <a:pt x="51545" y="5011"/>
                </a:lnTo>
                <a:lnTo>
                  <a:pt x="51443" y="5318"/>
                </a:lnTo>
                <a:lnTo>
                  <a:pt x="54102" y="4500"/>
                </a:lnTo>
                <a:lnTo>
                  <a:pt x="53591" y="4909"/>
                </a:lnTo>
                <a:lnTo>
                  <a:pt x="53591" y="4909"/>
                </a:lnTo>
                <a:lnTo>
                  <a:pt x="56045" y="4091"/>
                </a:lnTo>
                <a:lnTo>
                  <a:pt x="55227" y="3989"/>
                </a:lnTo>
                <a:close/>
                <a:moveTo>
                  <a:pt x="65761" y="4705"/>
                </a:moveTo>
                <a:lnTo>
                  <a:pt x="63818" y="4807"/>
                </a:lnTo>
                <a:lnTo>
                  <a:pt x="64227" y="4909"/>
                </a:lnTo>
                <a:lnTo>
                  <a:pt x="63920" y="4909"/>
                </a:lnTo>
                <a:lnTo>
                  <a:pt x="64330" y="5011"/>
                </a:lnTo>
                <a:lnTo>
                  <a:pt x="64023" y="5216"/>
                </a:lnTo>
                <a:lnTo>
                  <a:pt x="63205" y="5011"/>
                </a:lnTo>
                <a:lnTo>
                  <a:pt x="62898" y="5114"/>
                </a:lnTo>
                <a:lnTo>
                  <a:pt x="63000" y="5114"/>
                </a:lnTo>
                <a:lnTo>
                  <a:pt x="63102" y="5318"/>
                </a:lnTo>
                <a:lnTo>
                  <a:pt x="63102" y="5318"/>
                </a:lnTo>
                <a:lnTo>
                  <a:pt x="62489" y="5216"/>
                </a:lnTo>
                <a:lnTo>
                  <a:pt x="61875" y="5420"/>
                </a:lnTo>
                <a:lnTo>
                  <a:pt x="64125" y="5420"/>
                </a:lnTo>
                <a:lnTo>
                  <a:pt x="62898" y="5625"/>
                </a:lnTo>
                <a:lnTo>
                  <a:pt x="63102" y="5727"/>
                </a:lnTo>
                <a:lnTo>
                  <a:pt x="63000" y="5932"/>
                </a:lnTo>
                <a:lnTo>
                  <a:pt x="63000" y="5932"/>
                </a:lnTo>
                <a:lnTo>
                  <a:pt x="65148" y="5420"/>
                </a:lnTo>
                <a:lnTo>
                  <a:pt x="64943" y="5318"/>
                </a:lnTo>
                <a:lnTo>
                  <a:pt x="65761" y="4705"/>
                </a:lnTo>
                <a:close/>
                <a:moveTo>
                  <a:pt x="209148" y="5011"/>
                </a:moveTo>
                <a:lnTo>
                  <a:pt x="209455" y="5420"/>
                </a:lnTo>
                <a:lnTo>
                  <a:pt x="207102" y="5216"/>
                </a:lnTo>
                <a:lnTo>
                  <a:pt x="207409" y="5318"/>
                </a:lnTo>
                <a:lnTo>
                  <a:pt x="207205" y="5318"/>
                </a:lnTo>
                <a:lnTo>
                  <a:pt x="207716" y="5625"/>
                </a:lnTo>
                <a:lnTo>
                  <a:pt x="207511" y="5625"/>
                </a:lnTo>
                <a:lnTo>
                  <a:pt x="211705" y="5932"/>
                </a:lnTo>
                <a:lnTo>
                  <a:pt x="210170" y="5420"/>
                </a:lnTo>
                <a:lnTo>
                  <a:pt x="210170" y="5420"/>
                </a:lnTo>
                <a:lnTo>
                  <a:pt x="212420" y="5727"/>
                </a:lnTo>
                <a:lnTo>
                  <a:pt x="212318" y="5523"/>
                </a:lnTo>
                <a:lnTo>
                  <a:pt x="209148" y="5011"/>
                </a:lnTo>
                <a:close/>
                <a:moveTo>
                  <a:pt x="65148" y="5932"/>
                </a:moveTo>
                <a:lnTo>
                  <a:pt x="65966" y="6239"/>
                </a:lnTo>
                <a:lnTo>
                  <a:pt x="66989" y="5932"/>
                </a:lnTo>
                <a:close/>
                <a:moveTo>
                  <a:pt x="59523" y="4500"/>
                </a:moveTo>
                <a:lnTo>
                  <a:pt x="58193" y="4807"/>
                </a:lnTo>
                <a:lnTo>
                  <a:pt x="58295" y="5011"/>
                </a:lnTo>
                <a:lnTo>
                  <a:pt x="57886" y="5216"/>
                </a:lnTo>
                <a:lnTo>
                  <a:pt x="58193" y="5420"/>
                </a:lnTo>
                <a:lnTo>
                  <a:pt x="56455" y="5216"/>
                </a:lnTo>
                <a:lnTo>
                  <a:pt x="56659" y="5216"/>
                </a:lnTo>
                <a:lnTo>
                  <a:pt x="55739" y="4909"/>
                </a:lnTo>
                <a:lnTo>
                  <a:pt x="55841" y="4807"/>
                </a:lnTo>
                <a:lnTo>
                  <a:pt x="54716" y="4909"/>
                </a:lnTo>
                <a:lnTo>
                  <a:pt x="55227" y="5011"/>
                </a:lnTo>
                <a:lnTo>
                  <a:pt x="53795" y="5216"/>
                </a:lnTo>
                <a:lnTo>
                  <a:pt x="54818" y="5216"/>
                </a:lnTo>
                <a:lnTo>
                  <a:pt x="53182" y="5420"/>
                </a:lnTo>
                <a:lnTo>
                  <a:pt x="54511" y="5318"/>
                </a:lnTo>
                <a:lnTo>
                  <a:pt x="52466" y="5727"/>
                </a:lnTo>
                <a:lnTo>
                  <a:pt x="53386" y="5932"/>
                </a:lnTo>
                <a:lnTo>
                  <a:pt x="53693" y="5830"/>
                </a:lnTo>
                <a:lnTo>
                  <a:pt x="53898" y="5932"/>
                </a:lnTo>
                <a:lnTo>
                  <a:pt x="54307" y="5830"/>
                </a:lnTo>
                <a:lnTo>
                  <a:pt x="54409" y="5727"/>
                </a:lnTo>
                <a:lnTo>
                  <a:pt x="55227" y="5625"/>
                </a:lnTo>
                <a:lnTo>
                  <a:pt x="54614" y="5830"/>
                </a:lnTo>
                <a:lnTo>
                  <a:pt x="56455" y="5727"/>
                </a:lnTo>
                <a:lnTo>
                  <a:pt x="56455" y="5727"/>
                </a:lnTo>
                <a:lnTo>
                  <a:pt x="54102" y="6136"/>
                </a:lnTo>
                <a:lnTo>
                  <a:pt x="54102" y="6341"/>
                </a:lnTo>
                <a:lnTo>
                  <a:pt x="57784" y="5932"/>
                </a:lnTo>
                <a:lnTo>
                  <a:pt x="57682" y="5932"/>
                </a:lnTo>
                <a:lnTo>
                  <a:pt x="59625" y="5727"/>
                </a:lnTo>
                <a:lnTo>
                  <a:pt x="60443" y="5114"/>
                </a:lnTo>
                <a:lnTo>
                  <a:pt x="58909" y="5318"/>
                </a:lnTo>
                <a:lnTo>
                  <a:pt x="59216" y="5114"/>
                </a:lnTo>
                <a:lnTo>
                  <a:pt x="58909" y="5114"/>
                </a:lnTo>
                <a:lnTo>
                  <a:pt x="59523" y="4500"/>
                </a:lnTo>
                <a:close/>
                <a:moveTo>
                  <a:pt x="70057" y="4705"/>
                </a:moveTo>
                <a:lnTo>
                  <a:pt x="68324" y="4801"/>
                </a:lnTo>
                <a:lnTo>
                  <a:pt x="68324" y="4801"/>
                </a:lnTo>
                <a:lnTo>
                  <a:pt x="68420" y="4807"/>
                </a:lnTo>
                <a:lnTo>
                  <a:pt x="68420" y="5318"/>
                </a:lnTo>
                <a:lnTo>
                  <a:pt x="67909" y="5625"/>
                </a:lnTo>
                <a:lnTo>
                  <a:pt x="67807" y="5830"/>
                </a:lnTo>
                <a:lnTo>
                  <a:pt x="68420" y="6034"/>
                </a:lnTo>
                <a:lnTo>
                  <a:pt x="68318" y="6136"/>
                </a:lnTo>
                <a:lnTo>
                  <a:pt x="69955" y="6136"/>
                </a:lnTo>
                <a:lnTo>
                  <a:pt x="69648" y="6341"/>
                </a:lnTo>
                <a:lnTo>
                  <a:pt x="75580" y="6034"/>
                </a:lnTo>
                <a:lnTo>
                  <a:pt x="75068" y="5932"/>
                </a:lnTo>
                <a:lnTo>
                  <a:pt x="75580" y="5523"/>
                </a:lnTo>
                <a:lnTo>
                  <a:pt x="74966" y="5420"/>
                </a:lnTo>
                <a:lnTo>
                  <a:pt x="75068" y="5318"/>
                </a:lnTo>
                <a:lnTo>
                  <a:pt x="71898" y="5523"/>
                </a:lnTo>
                <a:lnTo>
                  <a:pt x="72000" y="5625"/>
                </a:lnTo>
                <a:lnTo>
                  <a:pt x="70261" y="5420"/>
                </a:lnTo>
                <a:lnTo>
                  <a:pt x="70159" y="5523"/>
                </a:lnTo>
                <a:lnTo>
                  <a:pt x="69750" y="5523"/>
                </a:lnTo>
                <a:lnTo>
                  <a:pt x="70261" y="5318"/>
                </a:lnTo>
                <a:lnTo>
                  <a:pt x="69239" y="4909"/>
                </a:lnTo>
                <a:lnTo>
                  <a:pt x="70568" y="4909"/>
                </a:lnTo>
                <a:lnTo>
                  <a:pt x="69443" y="4807"/>
                </a:lnTo>
                <a:lnTo>
                  <a:pt x="70057" y="4705"/>
                </a:lnTo>
                <a:close/>
                <a:moveTo>
                  <a:pt x="165273" y="4705"/>
                </a:moveTo>
                <a:lnTo>
                  <a:pt x="160773" y="4909"/>
                </a:lnTo>
                <a:lnTo>
                  <a:pt x="160875" y="5011"/>
                </a:lnTo>
                <a:lnTo>
                  <a:pt x="160364" y="5114"/>
                </a:lnTo>
                <a:lnTo>
                  <a:pt x="159341" y="5420"/>
                </a:lnTo>
                <a:lnTo>
                  <a:pt x="158727" y="5625"/>
                </a:lnTo>
                <a:lnTo>
                  <a:pt x="158830" y="5727"/>
                </a:lnTo>
                <a:lnTo>
                  <a:pt x="158216" y="5830"/>
                </a:lnTo>
                <a:lnTo>
                  <a:pt x="158727" y="5932"/>
                </a:lnTo>
                <a:lnTo>
                  <a:pt x="158318" y="6239"/>
                </a:lnTo>
                <a:lnTo>
                  <a:pt x="158727" y="6341"/>
                </a:lnTo>
                <a:lnTo>
                  <a:pt x="158318" y="6443"/>
                </a:lnTo>
                <a:lnTo>
                  <a:pt x="158114" y="6648"/>
                </a:lnTo>
                <a:lnTo>
                  <a:pt x="157602" y="6955"/>
                </a:lnTo>
                <a:lnTo>
                  <a:pt x="158114" y="7261"/>
                </a:lnTo>
                <a:lnTo>
                  <a:pt x="160057" y="7057"/>
                </a:lnTo>
                <a:lnTo>
                  <a:pt x="159750" y="6852"/>
                </a:lnTo>
                <a:lnTo>
                  <a:pt x="160159" y="6341"/>
                </a:lnTo>
                <a:lnTo>
                  <a:pt x="160875" y="6239"/>
                </a:lnTo>
                <a:lnTo>
                  <a:pt x="160875" y="6136"/>
                </a:lnTo>
                <a:lnTo>
                  <a:pt x="161182" y="6034"/>
                </a:lnTo>
                <a:lnTo>
                  <a:pt x="160977" y="5932"/>
                </a:lnTo>
                <a:lnTo>
                  <a:pt x="165273" y="4705"/>
                </a:lnTo>
                <a:close/>
                <a:moveTo>
                  <a:pt x="212114" y="6852"/>
                </a:moveTo>
                <a:lnTo>
                  <a:pt x="211500" y="7261"/>
                </a:lnTo>
                <a:lnTo>
                  <a:pt x="214057" y="7364"/>
                </a:lnTo>
                <a:lnTo>
                  <a:pt x="212114" y="6852"/>
                </a:lnTo>
                <a:close/>
                <a:moveTo>
                  <a:pt x="177955" y="7159"/>
                </a:moveTo>
                <a:lnTo>
                  <a:pt x="178568" y="7466"/>
                </a:lnTo>
                <a:lnTo>
                  <a:pt x="177852" y="7261"/>
                </a:lnTo>
                <a:lnTo>
                  <a:pt x="177955" y="7159"/>
                </a:lnTo>
                <a:close/>
                <a:moveTo>
                  <a:pt x="58602" y="6955"/>
                </a:moveTo>
                <a:lnTo>
                  <a:pt x="57375" y="7159"/>
                </a:lnTo>
                <a:lnTo>
                  <a:pt x="57784" y="7568"/>
                </a:lnTo>
                <a:lnTo>
                  <a:pt x="58602" y="7261"/>
                </a:lnTo>
                <a:lnTo>
                  <a:pt x="58602" y="6955"/>
                </a:lnTo>
                <a:close/>
                <a:moveTo>
                  <a:pt x="108307" y="7568"/>
                </a:moveTo>
                <a:lnTo>
                  <a:pt x="108211" y="7587"/>
                </a:lnTo>
                <a:lnTo>
                  <a:pt x="108211" y="7587"/>
                </a:lnTo>
                <a:lnTo>
                  <a:pt x="108381" y="7603"/>
                </a:lnTo>
                <a:lnTo>
                  <a:pt x="108381" y="7603"/>
                </a:lnTo>
                <a:lnTo>
                  <a:pt x="108307" y="7568"/>
                </a:lnTo>
                <a:close/>
                <a:moveTo>
                  <a:pt x="73636" y="7159"/>
                </a:moveTo>
                <a:lnTo>
                  <a:pt x="74659" y="7670"/>
                </a:lnTo>
                <a:lnTo>
                  <a:pt x="76193" y="7670"/>
                </a:lnTo>
                <a:lnTo>
                  <a:pt x="76193" y="7466"/>
                </a:lnTo>
                <a:lnTo>
                  <a:pt x="75989" y="7261"/>
                </a:lnTo>
                <a:lnTo>
                  <a:pt x="73636" y="7159"/>
                </a:lnTo>
                <a:close/>
                <a:moveTo>
                  <a:pt x="108381" y="7603"/>
                </a:moveTo>
                <a:lnTo>
                  <a:pt x="109841" y="8284"/>
                </a:lnTo>
                <a:lnTo>
                  <a:pt x="110250" y="7773"/>
                </a:lnTo>
                <a:lnTo>
                  <a:pt x="108381" y="7603"/>
                </a:lnTo>
                <a:close/>
                <a:moveTo>
                  <a:pt x="68011" y="6852"/>
                </a:moveTo>
                <a:lnTo>
                  <a:pt x="64227" y="7364"/>
                </a:lnTo>
                <a:lnTo>
                  <a:pt x="63511" y="8386"/>
                </a:lnTo>
                <a:lnTo>
                  <a:pt x="63511" y="8386"/>
                </a:lnTo>
                <a:lnTo>
                  <a:pt x="64534" y="8182"/>
                </a:lnTo>
                <a:lnTo>
                  <a:pt x="64739" y="7773"/>
                </a:lnTo>
                <a:lnTo>
                  <a:pt x="65352" y="7773"/>
                </a:lnTo>
                <a:lnTo>
                  <a:pt x="68011" y="6852"/>
                </a:lnTo>
                <a:close/>
                <a:moveTo>
                  <a:pt x="216716" y="8182"/>
                </a:moveTo>
                <a:lnTo>
                  <a:pt x="217227" y="8489"/>
                </a:lnTo>
                <a:lnTo>
                  <a:pt x="217330" y="8182"/>
                </a:lnTo>
                <a:close/>
                <a:moveTo>
                  <a:pt x="62080" y="6852"/>
                </a:moveTo>
                <a:lnTo>
                  <a:pt x="60852" y="7159"/>
                </a:lnTo>
                <a:lnTo>
                  <a:pt x="61568" y="7364"/>
                </a:lnTo>
                <a:lnTo>
                  <a:pt x="61057" y="7466"/>
                </a:lnTo>
                <a:lnTo>
                  <a:pt x="61057" y="7568"/>
                </a:lnTo>
                <a:lnTo>
                  <a:pt x="60341" y="7773"/>
                </a:lnTo>
                <a:lnTo>
                  <a:pt x="60034" y="7466"/>
                </a:lnTo>
                <a:lnTo>
                  <a:pt x="59420" y="7773"/>
                </a:lnTo>
                <a:lnTo>
                  <a:pt x="59727" y="8182"/>
                </a:lnTo>
                <a:lnTo>
                  <a:pt x="60136" y="8284"/>
                </a:lnTo>
                <a:lnTo>
                  <a:pt x="60443" y="8898"/>
                </a:lnTo>
                <a:lnTo>
                  <a:pt x="61159" y="8898"/>
                </a:lnTo>
                <a:lnTo>
                  <a:pt x="61364" y="8489"/>
                </a:lnTo>
                <a:lnTo>
                  <a:pt x="62182" y="8591"/>
                </a:lnTo>
                <a:lnTo>
                  <a:pt x="63205" y="7773"/>
                </a:lnTo>
                <a:lnTo>
                  <a:pt x="62795" y="7875"/>
                </a:lnTo>
                <a:lnTo>
                  <a:pt x="62795" y="7670"/>
                </a:lnTo>
                <a:lnTo>
                  <a:pt x="62898" y="7670"/>
                </a:lnTo>
                <a:lnTo>
                  <a:pt x="62182" y="7568"/>
                </a:lnTo>
                <a:lnTo>
                  <a:pt x="63409" y="7261"/>
                </a:lnTo>
                <a:lnTo>
                  <a:pt x="63205" y="7159"/>
                </a:lnTo>
                <a:lnTo>
                  <a:pt x="63511" y="6852"/>
                </a:lnTo>
                <a:close/>
                <a:moveTo>
                  <a:pt x="47250" y="6443"/>
                </a:moveTo>
                <a:lnTo>
                  <a:pt x="47148" y="6852"/>
                </a:lnTo>
                <a:lnTo>
                  <a:pt x="43977" y="8386"/>
                </a:lnTo>
                <a:lnTo>
                  <a:pt x="44284" y="8386"/>
                </a:lnTo>
                <a:lnTo>
                  <a:pt x="44898" y="8693"/>
                </a:lnTo>
                <a:lnTo>
                  <a:pt x="44795" y="9102"/>
                </a:lnTo>
                <a:lnTo>
                  <a:pt x="44795" y="9102"/>
                </a:lnTo>
                <a:lnTo>
                  <a:pt x="51955" y="7159"/>
                </a:lnTo>
                <a:lnTo>
                  <a:pt x="51545" y="6545"/>
                </a:lnTo>
                <a:lnTo>
                  <a:pt x="50318" y="6750"/>
                </a:lnTo>
                <a:lnTo>
                  <a:pt x="50420" y="6545"/>
                </a:lnTo>
                <a:lnTo>
                  <a:pt x="50011" y="6648"/>
                </a:lnTo>
                <a:lnTo>
                  <a:pt x="50216" y="6545"/>
                </a:lnTo>
                <a:lnTo>
                  <a:pt x="47250" y="6443"/>
                </a:lnTo>
                <a:close/>
                <a:moveTo>
                  <a:pt x="158625" y="7261"/>
                </a:moveTo>
                <a:lnTo>
                  <a:pt x="157602" y="7875"/>
                </a:lnTo>
                <a:lnTo>
                  <a:pt x="157500" y="8182"/>
                </a:lnTo>
                <a:lnTo>
                  <a:pt x="156989" y="8284"/>
                </a:lnTo>
                <a:lnTo>
                  <a:pt x="159034" y="9102"/>
                </a:lnTo>
                <a:lnTo>
                  <a:pt x="158830" y="9102"/>
                </a:lnTo>
                <a:lnTo>
                  <a:pt x="158830" y="9205"/>
                </a:lnTo>
                <a:lnTo>
                  <a:pt x="158727" y="9205"/>
                </a:lnTo>
                <a:lnTo>
                  <a:pt x="158727" y="9307"/>
                </a:lnTo>
                <a:lnTo>
                  <a:pt x="158625" y="9307"/>
                </a:lnTo>
                <a:lnTo>
                  <a:pt x="160773" y="9614"/>
                </a:lnTo>
                <a:lnTo>
                  <a:pt x="160773" y="9614"/>
                </a:lnTo>
                <a:lnTo>
                  <a:pt x="160568" y="9511"/>
                </a:lnTo>
                <a:lnTo>
                  <a:pt x="161489" y="9511"/>
                </a:lnTo>
                <a:lnTo>
                  <a:pt x="159239" y="8080"/>
                </a:lnTo>
                <a:lnTo>
                  <a:pt x="159341" y="7773"/>
                </a:lnTo>
                <a:lnTo>
                  <a:pt x="159545" y="7670"/>
                </a:lnTo>
                <a:lnTo>
                  <a:pt x="159545" y="7466"/>
                </a:lnTo>
                <a:lnTo>
                  <a:pt x="158625" y="7261"/>
                </a:lnTo>
                <a:close/>
                <a:moveTo>
                  <a:pt x="18920" y="9818"/>
                </a:moveTo>
                <a:lnTo>
                  <a:pt x="18511" y="9920"/>
                </a:lnTo>
                <a:lnTo>
                  <a:pt x="18511" y="9920"/>
                </a:lnTo>
                <a:lnTo>
                  <a:pt x="18637" y="9901"/>
                </a:lnTo>
                <a:lnTo>
                  <a:pt x="18637" y="9901"/>
                </a:lnTo>
                <a:lnTo>
                  <a:pt x="18920" y="9818"/>
                </a:lnTo>
                <a:close/>
                <a:moveTo>
                  <a:pt x="137352" y="10125"/>
                </a:moveTo>
                <a:lnTo>
                  <a:pt x="137352" y="10125"/>
                </a:lnTo>
                <a:lnTo>
                  <a:pt x="137352" y="10125"/>
                </a:lnTo>
                <a:close/>
                <a:moveTo>
                  <a:pt x="88977" y="9818"/>
                </a:moveTo>
                <a:lnTo>
                  <a:pt x="88670" y="10125"/>
                </a:lnTo>
                <a:lnTo>
                  <a:pt x="88466" y="10125"/>
                </a:lnTo>
                <a:lnTo>
                  <a:pt x="88364" y="10432"/>
                </a:lnTo>
                <a:lnTo>
                  <a:pt x="88875" y="10534"/>
                </a:lnTo>
                <a:lnTo>
                  <a:pt x="88568" y="10636"/>
                </a:lnTo>
                <a:lnTo>
                  <a:pt x="89489" y="10636"/>
                </a:lnTo>
                <a:lnTo>
                  <a:pt x="90000" y="10227"/>
                </a:lnTo>
                <a:lnTo>
                  <a:pt x="88977" y="9818"/>
                </a:lnTo>
                <a:close/>
                <a:moveTo>
                  <a:pt x="52466" y="7261"/>
                </a:moveTo>
                <a:lnTo>
                  <a:pt x="48170" y="8591"/>
                </a:lnTo>
                <a:lnTo>
                  <a:pt x="48784" y="8693"/>
                </a:lnTo>
                <a:lnTo>
                  <a:pt x="48375" y="8898"/>
                </a:lnTo>
                <a:lnTo>
                  <a:pt x="50216" y="8795"/>
                </a:lnTo>
                <a:lnTo>
                  <a:pt x="50216" y="8795"/>
                </a:lnTo>
                <a:lnTo>
                  <a:pt x="49705" y="8898"/>
                </a:lnTo>
                <a:lnTo>
                  <a:pt x="49807" y="8898"/>
                </a:lnTo>
                <a:lnTo>
                  <a:pt x="47761" y="9307"/>
                </a:lnTo>
                <a:lnTo>
                  <a:pt x="51545" y="9818"/>
                </a:lnTo>
                <a:lnTo>
                  <a:pt x="48273" y="9920"/>
                </a:lnTo>
                <a:lnTo>
                  <a:pt x="47557" y="10534"/>
                </a:lnTo>
                <a:lnTo>
                  <a:pt x="49193" y="10739"/>
                </a:lnTo>
                <a:lnTo>
                  <a:pt x="48989" y="11352"/>
                </a:lnTo>
                <a:lnTo>
                  <a:pt x="54102" y="10534"/>
                </a:lnTo>
                <a:lnTo>
                  <a:pt x="54102" y="10739"/>
                </a:lnTo>
                <a:lnTo>
                  <a:pt x="54818" y="10841"/>
                </a:lnTo>
                <a:lnTo>
                  <a:pt x="54614" y="10943"/>
                </a:lnTo>
                <a:lnTo>
                  <a:pt x="56148" y="11045"/>
                </a:lnTo>
                <a:lnTo>
                  <a:pt x="57170" y="10534"/>
                </a:lnTo>
                <a:lnTo>
                  <a:pt x="56250" y="10739"/>
                </a:lnTo>
                <a:lnTo>
                  <a:pt x="56455" y="10534"/>
                </a:lnTo>
                <a:lnTo>
                  <a:pt x="56352" y="10432"/>
                </a:lnTo>
                <a:lnTo>
                  <a:pt x="58295" y="10023"/>
                </a:lnTo>
                <a:lnTo>
                  <a:pt x="57989" y="9920"/>
                </a:lnTo>
                <a:lnTo>
                  <a:pt x="57989" y="9818"/>
                </a:lnTo>
                <a:lnTo>
                  <a:pt x="56864" y="9409"/>
                </a:lnTo>
                <a:lnTo>
                  <a:pt x="57682" y="7670"/>
                </a:lnTo>
                <a:lnTo>
                  <a:pt x="56455" y="7364"/>
                </a:lnTo>
                <a:lnTo>
                  <a:pt x="55739" y="8489"/>
                </a:lnTo>
                <a:lnTo>
                  <a:pt x="55023" y="8693"/>
                </a:lnTo>
                <a:lnTo>
                  <a:pt x="55023" y="8693"/>
                </a:lnTo>
                <a:lnTo>
                  <a:pt x="55227" y="7875"/>
                </a:lnTo>
                <a:lnTo>
                  <a:pt x="54614" y="7773"/>
                </a:lnTo>
                <a:lnTo>
                  <a:pt x="53591" y="8080"/>
                </a:lnTo>
                <a:lnTo>
                  <a:pt x="53693" y="7977"/>
                </a:lnTo>
                <a:lnTo>
                  <a:pt x="53182" y="8080"/>
                </a:lnTo>
                <a:lnTo>
                  <a:pt x="53182" y="8080"/>
                </a:lnTo>
                <a:lnTo>
                  <a:pt x="53898" y="7773"/>
                </a:lnTo>
                <a:lnTo>
                  <a:pt x="51750" y="7875"/>
                </a:lnTo>
                <a:lnTo>
                  <a:pt x="52466" y="7261"/>
                </a:lnTo>
                <a:close/>
                <a:moveTo>
                  <a:pt x="60341" y="10330"/>
                </a:moveTo>
                <a:lnTo>
                  <a:pt x="58602" y="10841"/>
                </a:lnTo>
                <a:lnTo>
                  <a:pt x="59114" y="11148"/>
                </a:lnTo>
                <a:lnTo>
                  <a:pt x="60136" y="11352"/>
                </a:lnTo>
                <a:lnTo>
                  <a:pt x="61159" y="11045"/>
                </a:lnTo>
                <a:lnTo>
                  <a:pt x="60239" y="10432"/>
                </a:lnTo>
                <a:lnTo>
                  <a:pt x="60341" y="10330"/>
                </a:lnTo>
                <a:close/>
                <a:moveTo>
                  <a:pt x="175193" y="11250"/>
                </a:moveTo>
                <a:lnTo>
                  <a:pt x="176114" y="11557"/>
                </a:lnTo>
                <a:lnTo>
                  <a:pt x="176114" y="12068"/>
                </a:lnTo>
                <a:lnTo>
                  <a:pt x="177136" y="12170"/>
                </a:lnTo>
                <a:lnTo>
                  <a:pt x="177136" y="12170"/>
                </a:lnTo>
                <a:lnTo>
                  <a:pt x="176011" y="12068"/>
                </a:lnTo>
                <a:lnTo>
                  <a:pt x="175193" y="11250"/>
                </a:lnTo>
                <a:close/>
                <a:moveTo>
                  <a:pt x="73023" y="11557"/>
                </a:moveTo>
                <a:lnTo>
                  <a:pt x="72307" y="12375"/>
                </a:lnTo>
                <a:lnTo>
                  <a:pt x="73432" y="12375"/>
                </a:lnTo>
                <a:lnTo>
                  <a:pt x="74148" y="11659"/>
                </a:lnTo>
                <a:lnTo>
                  <a:pt x="73023" y="11557"/>
                </a:lnTo>
                <a:close/>
                <a:moveTo>
                  <a:pt x="108409" y="13295"/>
                </a:moveTo>
                <a:lnTo>
                  <a:pt x="108716" y="13398"/>
                </a:lnTo>
                <a:lnTo>
                  <a:pt x="108818" y="13398"/>
                </a:lnTo>
                <a:lnTo>
                  <a:pt x="108409" y="13295"/>
                </a:lnTo>
                <a:close/>
                <a:moveTo>
                  <a:pt x="9205" y="13807"/>
                </a:moveTo>
                <a:lnTo>
                  <a:pt x="9102" y="13909"/>
                </a:lnTo>
                <a:lnTo>
                  <a:pt x="9205" y="13909"/>
                </a:lnTo>
                <a:lnTo>
                  <a:pt x="9205" y="13807"/>
                </a:lnTo>
                <a:close/>
                <a:moveTo>
                  <a:pt x="5420" y="11045"/>
                </a:moveTo>
                <a:lnTo>
                  <a:pt x="0" y="14420"/>
                </a:lnTo>
                <a:lnTo>
                  <a:pt x="511" y="14318"/>
                </a:lnTo>
                <a:lnTo>
                  <a:pt x="1227" y="13909"/>
                </a:lnTo>
                <a:lnTo>
                  <a:pt x="1227" y="13705"/>
                </a:lnTo>
                <a:lnTo>
                  <a:pt x="1739" y="13398"/>
                </a:lnTo>
                <a:lnTo>
                  <a:pt x="1636" y="13500"/>
                </a:lnTo>
                <a:lnTo>
                  <a:pt x="2352" y="13295"/>
                </a:lnTo>
                <a:lnTo>
                  <a:pt x="2148" y="13398"/>
                </a:lnTo>
                <a:lnTo>
                  <a:pt x="2761" y="13193"/>
                </a:lnTo>
                <a:lnTo>
                  <a:pt x="2761" y="13193"/>
                </a:lnTo>
                <a:lnTo>
                  <a:pt x="1636" y="14011"/>
                </a:lnTo>
                <a:lnTo>
                  <a:pt x="3273" y="14114"/>
                </a:lnTo>
                <a:lnTo>
                  <a:pt x="3068" y="14625"/>
                </a:lnTo>
                <a:lnTo>
                  <a:pt x="3375" y="15034"/>
                </a:lnTo>
                <a:lnTo>
                  <a:pt x="3989" y="14932"/>
                </a:lnTo>
                <a:lnTo>
                  <a:pt x="3682" y="15136"/>
                </a:lnTo>
                <a:lnTo>
                  <a:pt x="4295" y="14932"/>
                </a:lnTo>
                <a:lnTo>
                  <a:pt x="4193" y="15034"/>
                </a:lnTo>
                <a:lnTo>
                  <a:pt x="4193" y="15034"/>
                </a:lnTo>
                <a:lnTo>
                  <a:pt x="4602" y="14727"/>
                </a:lnTo>
                <a:lnTo>
                  <a:pt x="4500" y="14625"/>
                </a:lnTo>
                <a:lnTo>
                  <a:pt x="5523" y="14318"/>
                </a:lnTo>
                <a:lnTo>
                  <a:pt x="5318" y="14318"/>
                </a:lnTo>
                <a:lnTo>
                  <a:pt x="5830" y="14114"/>
                </a:lnTo>
                <a:lnTo>
                  <a:pt x="5727" y="14114"/>
                </a:lnTo>
                <a:lnTo>
                  <a:pt x="5727" y="13909"/>
                </a:lnTo>
                <a:lnTo>
                  <a:pt x="6136" y="14011"/>
                </a:lnTo>
                <a:lnTo>
                  <a:pt x="6750" y="14011"/>
                </a:lnTo>
                <a:lnTo>
                  <a:pt x="6852" y="13807"/>
                </a:lnTo>
                <a:lnTo>
                  <a:pt x="7159" y="13909"/>
                </a:lnTo>
                <a:lnTo>
                  <a:pt x="8386" y="13500"/>
                </a:lnTo>
                <a:lnTo>
                  <a:pt x="8080" y="13398"/>
                </a:lnTo>
                <a:lnTo>
                  <a:pt x="7977" y="13398"/>
                </a:lnTo>
                <a:lnTo>
                  <a:pt x="8080" y="13193"/>
                </a:lnTo>
                <a:lnTo>
                  <a:pt x="8080" y="12886"/>
                </a:lnTo>
                <a:lnTo>
                  <a:pt x="7364" y="12682"/>
                </a:lnTo>
                <a:lnTo>
                  <a:pt x="7364" y="12682"/>
                </a:lnTo>
                <a:lnTo>
                  <a:pt x="7568" y="12784"/>
                </a:lnTo>
                <a:lnTo>
                  <a:pt x="6852" y="12886"/>
                </a:lnTo>
                <a:lnTo>
                  <a:pt x="7261" y="12682"/>
                </a:lnTo>
                <a:lnTo>
                  <a:pt x="6341" y="12682"/>
                </a:lnTo>
                <a:lnTo>
                  <a:pt x="6034" y="12989"/>
                </a:lnTo>
                <a:lnTo>
                  <a:pt x="6034" y="13193"/>
                </a:lnTo>
                <a:lnTo>
                  <a:pt x="5625" y="13398"/>
                </a:lnTo>
                <a:lnTo>
                  <a:pt x="5625" y="13398"/>
                </a:lnTo>
                <a:lnTo>
                  <a:pt x="5932" y="13193"/>
                </a:lnTo>
                <a:lnTo>
                  <a:pt x="5523" y="13295"/>
                </a:lnTo>
                <a:lnTo>
                  <a:pt x="5523" y="13091"/>
                </a:lnTo>
                <a:lnTo>
                  <a:pt x="6545" y="12375"/>
                </a:lnTo>
                <a:lnTo>
                  <a:pt x="6136" y="12375"/>
                </a:lnTo>
                <a:lnTo>
                  <a:pt x="6648" y="12068"/>
                </a:lnTo>
                <a:lnTo>
                  <a:pt x="5830" y="11659"/>
                </a:lnTo>
                <a:lnTo>
                  <a:pt x="5932" y="11557"/>
                </a:lnTo>
                <a:lnTo>
                  <a:pt x="5727" y="11352"/>
                </a:lnTo>
                <a:lnTo>
                  <a:pt x="5523" y="11557"/>
                </a:lnTo>
                <a:lnTo>
                  <a:pt x="5523" y="11352"/>
                </a:lnTo>
                <a:lnTo>
                  <a:pt x="5625" y="11250"/>
                </a:lnTo>
                <a:lnTo>
                  <a:pt x="5420" y="11045"/>
                </a:lnTo>
                <a:close/>
                <a:moveTo>
                  <a:pt x="113011" y="13193"/>
                </a:moveTo>
                <a:lnTo>
                  <a:pt x="112807" y="13398"/>
                </a:lnTo>
                <a:lnTo>
                  <a:pt x="112500" y="13398"/>
                </a:lnTo>
                <a:lnTo>
                  <a:pt x="112193" y="13602"/>
                </a:lnTo>
                <a:lnTo>
                  <a:pt x="111682" y="13500"/>
                </a:lnTo>
                <a:lnTo>
                  <a:pt x="111682" y="13500"/>
                </a:lnTo>
                <a:lnTo>
                  <a:pt x="111784" y="13807"/>
                </a:lnTo>
                <a:lnTo>
                  <a:pt x="111170" y="13500"/>
                </a:lnTo>
                <a:lnTo>
                  <a:pt x="110864" y="13500"/>
                </a:lnTo>
                <a:lnTo>
                  <a:pt x="110864" y="13807"/>
                </a:lnTo>
                <a:lnTo>
                  <a:pt x="110250" y="13602"/>
                </a:lnTo>
                <a:lnTo>
                  <a:pt x="110148" y="14011"/>
                </a:lnTo>
                <a:lnTo>
                  <a:pt x="109739" y="14011"/>
                </a:lnTo>
                <a:lnTo>
                  <a:pt x="109636" y="14216"/>
                </a:lnTo>
                <a:lnTo>
                  <a:pt x="109432" y="14114"/>
                </a:lnTo>
                <a:lnTo>
                  <a:pt x="109534" y="14011"/>
                </a:lnTo>
                <a:lnTo>
                  <a:pt x="109330" y="13807"/>
                </a:lnTo>
                <a:lnTo>
                  <a:pt x="109534" y="13602"/>
                </a:lnTo>
                <a:lnTo>
                  <a:pt x="108716" y="13398"/>
                </a:lnTo>
                <a:lnTo>
                  <a:pt x="108511" y="13398"/>
                </a:lnTo>
                <a:lnTo>
                  <a:pt x="108716" y="13705"/>
                </a:lnTo>
                <a:lnTo>
                  <a:pt x="108102" y="13500"/>
                </a:lnTo>
                <a:lnTo>
                  <a:pt x="108102" y="13500"/>
                </a:lnTo>
                <a:lnTo>
                  <a:pt x="108205" y="13602"/>
                </a:lnTo>
                <a:lnTo>
                  <a:pt x="108102" y="13705"/>
                </a:lnTo>
                <a:lnTo>
                  <a:pt x="107898" y="13705"/>
                </a:lnTo>
                <a:lnTo>
                  <a:pt x="108205" y="13807"/>
                </a:lnTo>
                <a:lnTo>
                  <a:pt x="107693" y="13807"/>
                </a:lnTo>
                <a:lnTo>
                  <a:pt x="107795" y="14011"/>
                </a:lnTo>
                <a:lnTo>
                  <a:pt x="107386" y="14011"/>
                </a:lnTo>
                <a:lnTo>
                  <a:pt x="109125" y="14114"/>
                </a:lnTo>
                <a:lnTo>
                  <a:pt x="108614" y="14318"/>
                </a:lnTo>
                <a:lnTo>
                  <a:pt x="109125" y="14318"/>
                </a:lnTo>
                <a:lnTo>
                  <a:pt x="109125" y="14420"/>
                </a:lnTo>
                <a:lnTo>
                  <a:pt x="107898" y="14523"/>
                </a:lnTo>
                <a:lnTo>
                  <a:pt x="107795" y="14727"/>
                </a:lnTo>
                <a:lnTo>
                  <a:pt x="109227" y="14830"/>
                </a:lnTo>
                <a:lnTo>
                  <a:pt x="108818" y="15136"/>
                </a:lnTo>
                <a:lnTo>
                  <a:pt x="109227" y="15034"/>
                </a:lnTo>
                <a:lnTo>
                  <a:pt x="108307" y="15341"/>
                </a:lnTo>
                <a:lnTo>
                  <a:pt x="108716" y="15545"/>
                </a:lnTo>
                <a:lnTo>
                  <a:pt x="109432" y="15443"/>
                </a:lnTo>
                <a:lnTo>
                  <a:pt x="111375" y="15852"/>
                </a:lnTo>
                <a:lnTo>
                  <a:pt x="114648" y="14625"/>
                </a:lnTo>
                <a:lnTo>
                  <a:pt x="114648" y="14216"/>
                </a:lnTo>
                <a:lnTo>
                  <a:pt x="114034" y="13807"/>
                </a:lnTo>
                <a:lnTo>
                  <a:pt x="113830" y="13500"/>
                </a:lnTo>
                <a:lnTo>
                  <a:pt x="114239" y="13295"/>
                </a:lnTo>
                <a:lnTo>
                  <a:pt x="113011" y="13193"/>
                </a:lnTo>
                <a:close/>
                <a:moveTo>
                  <a:pt x="65557" y="13705"/>
                </a:moveTo>
                <a:lnTo>
                  <a:pt x="63102" y="15750"/>
                </a:lnTo>
                <a:lnTo>
                  <a:pt x="63818" y="15750"/>
                </a:lnTo>
                <a:lnTo>
                  <a:pt x="64023" y="16159"/>
                </a:lnTo>
                <a:lnTo>
                  <a:pt x="66309" y="15364"/>
                </a:lnTo>
                <a:lnTo>
                  <a:pt x="66309" y="15364"/>
                </a:lnTo>
                <a:lnTo>
                  <a:pt x="67091" y="15852"/>
                </a:lnTo>
                <a:lnTo>
                  <a:pt x="68114" y="15545"/>
                </a:lnTo>
                <a:lnTo>
                  <a:pt x="67091" y="15443"/>
                </a:lnTo>
                <a:lnTo>
                  <a:pt x="67295" y="14830"/>
                </a:lnTo>
                <a:lnTo>
                  <a:pt x="65659" y="14011"/>
                </a:lnTo>
                <a:lnTo>
                  <a:pt x="65557" y="13705"/>
                </a:lnTo>
                <a:close/>
                <a:moveTo>
                  <a:pt x="128864" y="16773"/>
                </a:moveTo>
                <a:lnTo>
                  <a:pt x="128455" y="16875"/>
                </a:lnTo>
                <a:lnTo>
                  <a:pt x="128455" y="16875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8864" y="16773"/>
                </a:lnTo>
                <a:close/>
                <a:moveTo>
                  <a:pt x="73227" y="6955"/>
                </a:moveTo>
                <a:lnTo>
                  <a:pt x="70773" y="7364"/>
                </a:lnTo>
                <a:lnTo>
                  <a:pt x="71080" y="7670"/>
                </a:lnTo>
                <a:lnTo>
                  <a:pt x="70159" y="7773"/>
                </a:lnTo>
                <a:lnTo>
                  <a:pt x="70466" y="8080"/>
                </a:lnTo>
                <a:lnTo>
                  <a:pt x="70466" y="8386"/>
                </a:lnTo>
                <a:lnTo>
                  <a:pt x="69443" y="8386"/>
                </a:lnTo>
                <a:lnTo>
                  <a:pt x="69955" y="8693"/>
                </a:lnTo>
                <a:lnTo>
                  <a:pt x="69545" y="9205"/>
                </a:lnTo>
                <a:lnTo>
                  <a:pt x="68318" y="9205"/>
                </a:lnTo>
                <a:lnTo>
                  <a:pt x="69545" y="8898"/>
                </a:lnTo>
                <a:lnTo>
                  <a:pt x="69136" y="8489"/>
                </a:lnTo>
                <a:lnTo>
                  <a:pt x="69443" y="7773"/>
                </a:lnTo>
                <a:lnTo>
                  <a:pt x="71284" y="6955"/>
                </a:lnTo>
                <a:lnTo>
                  <a:pt x="71284" y="6955"/>
                </a:lnTo>
                <a:lnTo>
                  <a:pt x="67193" y="8284"/>
                </a:lnTo>
                <a:lnTo>
                  <a:pt x="66682" y="8898"/>
                </a:lnTo>
                <a:lnTo>
                  <a:pt x="67909" y="9205"/>
                </a:lnTo>
                <a:lnTo>
                  <a:pt x="66477" y="9205"/>
                </a:lnTo>
                <a:lnTo>
                  <a:pt x="68114" y="9716"/>
                </a:lnTo>
                <a:lnTo>
                  <a:pt x="67909" y="9920"/>
                </a:lnTo>
                <a:lnTo>
                  <a:pt x="70875" y="10125"/>
                </a:lnTo>
                <a:lnTo>
                  <a:pt x="70875" y="10023"/>
                </a:lnTo>
                <a:lnTo>
                  <a:pt x="72205" y="10227"/>
                </a:lnTo>
                <a:lnTo>
                  <a:pt x="72614" y="9716"/>
                </a:lnTo>
                <a:lnTo>
                  <a:pt x="73534" y="9920"/>
                </a:lnTo>
                <a:lnTo>
                  <a:pt x="73432" y="10227"/>
                </a:lnTo>
                <a:lnTo>
                  <a:pt x="73841" y="10330"/>
                </a:lnTo>
                <a:lnTo>
                  <a:pt x="73636" y="10432"/>
                </a:lnTo>
                <a:lnTo>
                  <a:pt x="74148" y="10330"/>
                </a:lnTo>
                <a:lnTo>
                  <a:pt x="74250" y="10739"/>
                </a:lnTo>
                <a:lnTo>
                  <a:pt x="73432" y="11148"/>
                </a:lnTo>
                <a:lnTo>
                  <a:pt x="74685" y="10969"/>
                </a:lnTo>
                <a:lnTo>
                  <a:pt x="74761" y="11045"/>
                </a:lnTo>
                <a:lnTo>
                  <a:pt x="74557" y="11148"/>
                </a:lnTo>
                <a:lnTo>
                  <a:pt x="75375" y="11557"/>
                </a:lnTo>
                <a:lnTo>
                  <a:pt x="75477" y="12273"/>
                </a:lnTo>
                <a:lnTo>
                  <a:pt x="73534" y="13398"/>
                </a:lnTo>
                <a:lnTo>
                  <a:pt x="73636" y="13807"/>
                </a:lnTo>
                <a:lnTo>
                  <a:pt x="72000" y="14216"/>
                </a:lnTo>
                <a:lnTo>
                  <a:pt x="72000" y="14318"/>
                </a:lnTo>
                <a:lnTo>
                  <a:pt x="72000" y="14420"/>
                </a:lnTo>
                <a:lnTo>
                  <a:pt x="71898" y="14625"/>
                </a:lnTo>
                <a:lnTo>
                  <a:pt x="72000" y="14318"/>
                </a:lnTo>
                <a:lnTo>
                  <a:pt x="71080" y="14114"/>
                </a:lnTo>
                <a:lnTo>
                  <a:pt x="70057" y="14727"/>
                </a:lnTo>
                <a:lnTo>
                  <a:pt x="70977" y="15136"/>
                </a:lnTo>
                <a:lnTo>
                  <a:pt x="72307" y="14727"/>
                </a:lnTo>
                <a:lnTo>
                  <a:pt x="72818" y="14830"/>
                </a:lnTo>
                <a:lnTo>
                  <a:pt x="72716" y="15034"/>
                </a:lnTo>
                <a:lnTo>
                  <a:pt x="72716" y="15034"/>
                </a:lnTo>
                <a:lnTo>
                  <a:pt x="73330" y="14830"/>
                </a:lnTo>
                <a:lnTo>
                  <a:pt x="73125" y="15034"/>
                </a:lnTo>
                <a:lnTo>
                  <a:pt x="73739" y="15545"/>
                </a:lnTo>
                <a:lnTo>
                  <a:pt x="73636" y="15648"/>
                </a:lnTo>
                <a:lnTo>
                  <a:pt x="74148" y="15750"/>
                </a:lnTo>
                <a:lnTo>
                  <a:pt x="73636" y="15955"/>
                </a:lnTo>
                <a:lnTo>
                  <a:pt x="74250" y="16261"/>
                </a:lnTo>
                <a:lnTo>
                  <a:pt x="74045" y="16364"/>
                </a:lnTo>
                <a:lnTo>
                  <a:pt x="76909" y="17386"/>
                </a:lnTo>
                <a:lnTo>
                  <a:pt x="77318" y="17080"/>
                </a:lnTo>
                <a:lnTo>
                  <a:pt x="76398" y="16364"/>
                </a:lnTo>
                <a:lnTo>
                  <a:pt x="76500" y="16261"/>
                </a:lnTo>
                <a:lnTo>
                  <a:pt x="75989" y="15648"/>
                </a:lnTo>
                <a:lnTo>
                  <a:pt x="76705" y="15648"/>
                </a:lnTo>
                <a:lnTo>
                  <a:pt x="78034" y="16568"/>
                </a:lnTo>
                <a:lnTo>
                  <a:pt x="78239" y="16364"/>
                </a:lnTo>
                <a:lnTo>
                  <a:pt x="78545" y="16364"/>
                </a:lnTo>
                <a:lnTo>
                  <a:pt x="78545" y="15648"/>
                </a:lnTo>
                <a:lnTo>
                  <a:pt x="78955" y="15955"/>
                </a:lnTo>
                <a:lnTo>
                  <a:pt x="78955" y="15443"/>
                </a:lnTo>
                <a:lnTo>
                  <a:pt x="79057" y="15341"/>
                </a:lnTo>
                <a:lnTo>
                  <a:pt x="78750" y="15341"/>
                </a:lnTo>
                <a:lnTo>
                  <a:pt x="78545" y="15136"/>
                </a:lnTo>
                <a:lnTo>
                  <a:pt x="78955" y="14932"/>
                </a:lnTo>
                <a:lnTo>
                  <a:pt x="78648" y="14932"/>
                </a:lnTo>
                <a:lnTo>
                  <a:pt x="78955" y="14830"/>
                </a:lnTo>
                <a:lnTo>
                  <a:pt x="78648" y="14625"/>
                </a:lnTo>
                <a:lnTo>
                  <a:pt x="78034" y="14625"/>
                </a:lnTo>
                <a:lnTo>
                  <a:pt x="77830" y="14216"/>
                </a:lnTo>
                <a:lnTo>
                  <a:pt x="78034" y="14114"/>
                </a:lnTo>
                <a:lnTo>
                  <a:pt x="77523" y="14011"/>
                </a:lnTo>
                <a:lnTo>
                  <a:pt x="77727" y="13807"/>
                </a:lnTo>
                <a:lnTo>
                  <a:pt x="77318" y="13398"/>
                </a:lnTo>
                <a:lnTo>
                  <a:pt x="78341" y="13602"/>
                </a:lnTo>
                <a:lnTo>
                  <a:pt x="78136" y="13193"/>
                </a:lnTo>
                <a:lnTo>
                  <a:pt x="78545" y="13091"/>
                </a:lnTo>
                <a:lnTo>
                  <a:pt x="79466" y="13398"/>
                </a:lnTo>
                <a:lnTo>
                  <a:pt x="79159" y="13602"/>
                </a:lnTo>
                <a:lnTo>
                  <a:pt x="79159" y="13602"/>
                </a:lnTo>
                <a:lnTo>
                  <a:pt x="80284" y="13295"/>
                </a:lnTo>
                <a:lnTo>
                  <a:pt x="79466" y="13909"/>
                </a:lnTo>
                <a:lnTo>
                  <a:pt x="79568" y="14318"/>
                </a:lnTo>
                <a:lnTo>
                  <a:pt x="79977" y="14114"/>
                </a:lnTo>
                <a:lnTo>
                  <a:pt x="80182" y="14420"/>
                </a:lnTo>
                <a:lnTo>
                  <a:pt x="80489" y="14420"/>
                </a:lnTo>
                <a:lnTo>
                  <a:pt x="80693" y="13909"/>
                </a:lnTo>
                <a:lnTo>
                  <a:pt x="80489" y="13909"/>
                </a:lnTo>
                <a:lnTo>
                  <a:pt x="81818" y="13602"/>
                </a:lnTo>
                <a:lnTo>
                  <a:pt x="81511" y="13398"/>
                </a:lnTo>
                <a:lnTo>
                  <a:pt x="81716" y="13295"/>
                </a:lnTo>
                <a:lnTo>
                  <a:pt x="81614" y="13193"/>
                </a:lnTo>
                <a:lnTo>
                  <a:pt x="82023" y="13295"/>
                </a:lnTo>
                <a:lnTo>
                  <a:pt x="82023" y="12989"/>
                </a:lnTo>
                <a:lnTo>
                  <a:pt x="82227" y="12989"/>
                </a:lnTo>
                <a:lnTo>
                  <a:pt x="82227" y="12682"/>
                </a:lnTo>
                <a:lnTo>
                  <a:pt x="81000" y="12886"/>
                </a:lnTo>
                <a:lnTo>
                  <a:pt x="81716" y="12477"/>
                </a:lnTo>
                <a:lnTo>
                  <a:pt x="80591" y="12375"/>
                </a:lnTo>
                <a:lnTo>
                  <a:pt x="81307" y="12170"/>
                </a:lnTo>
                <a:lnTo>
                  <a:pt x="80591" y="11966"/>
                </a:lnTo>
                <a:lnTo>
                  <a:pt x="80795" y="11864"/>
                </a:lnTo>
                <a:lnTo>
                  <a:pt x="80284" y="12068"/>
                </a:lnTo>
                <a:lnTo>
                  <a:pt x="80386" y="11864"/>
                </a:lnTo>
                <a:lnTo>
                  <a:pt x="80080" y="11864"/>
                </a:lnTo>
                <a:lnTo>
                  <a:pt x="80182" y="11761"/>
                </a:lnTo>
                <a:lnTo>
                  <a:pt x="79670" y="11966"/>
                </a:lnTo>
                <a:lnTo>
                  <a:pt x="80080" y="11557"/>
                </a:lnTo>
                <a:lnTo>
                  <a:pt x="79670" y="11761"/>
                </a:lnTo>
                <a:lnTo>
                  <a:pt x="79466" y="11761"/>
                </a:lnTo>
                <a:lnTo>
                  <a:pt x="79568" y="11557"/>
                </a:lnTo>
                <a:lnTo>
                  <a:pt x="79773" y="11455"/>
                </a:lnTo>
                <a:lnTo>
                  <a:pt x="79057" y="11352"/>
                </a:lnTo>
                <a:lnTo>
                  <a:pt x="78955" y="11148"/>
                </a:lnTo>
                <a:lnTo>
                  <a:pt x="78239" y="11045"/>
                </a:lnTo>
                <a:lnTo>
                  <a:pt x="79466" y="10943"/>
                </a:lnTo>
                <a:lnTo>
                  <a:pt x="78648" y="10841"/>
                </a:lnTo>
                <a:lnTo>
                  <a:pt x="80284" y="10739"/>
                </a:lnTo>
                <a:lnTo>
                  <a:pt x="78648" y="10534"/>
                </a:lnTo>
                <a:lnTo>
                  <a:pt x="80080" y="10330"/>
                </a:lnTo>
                <a:lnTo>
                  <a:pt x="79670" y="10023"/>
                </a:lnTo>
                <a:lnTo>
                  <a:pt x="79057" y="10125"/>
                </a:lnTo>
                <a:lnTo>
                  <a:pt x="79364" y="9920"/>
                </a:lnTo>
                <a:lnTo>
                  <a:pt x="78443" y="10023"/>
                </a:lnTo>
                <a:lnTo>
                  <a:pt x="79568" y="9716"/>
                </a:lnTo>
                <a:lnTo>
                  <a:pt x="79466" y="9409"/>
                </a:lnTo>
                <a:lnTo>
                  <a:pt x="78750" y="9409"/>
                </a:lnTo>
                <a:lnTo>
                  <a:pt x="77625" y="10023"/>
                </a:lnTo>
                <a:lnTo>
                  <a:pt x="77420" y="9716"/>
                </a:lnTo>
                <a:lnTo>
                  <a:pt x="78545" y="9205"/>
                </a:lnTo>
                <a:lnTo>
                  <a:pt x="77216" y="9409"/>
                </a:lnTo>
                <a:lnTo>
                  <a:pt x="77216" y="9409"/>
                </a:lnTo>
                <a:lnTo>
                  <a:pt x="78341" y="8898"/>
                </a:lnTo>
                <a:lnTo>
                  <a:pt x="76500" y="8898"/>
                </a:lnTo>
                <a:lnTo>
                  <a:pt x="77011" y="8591"/>
                </a:lnTo>
                <a:lnTo>
                  <a:pt x="75886" y="9000"/>
                </a:lnTo>
                <a:lnTo>
                  <a:pt x="76398" y="8693"/>
                </a:lnTo>
                <a:lnTo>
                  <a:pt x="76091" y="8693"/>
                </a:lnTo>
                <a:lnTo>
                  <a:pt x="76807" y="8386"/>
                </a:lnTo>
                <a:lnTo>
                  <a:pt x="76807" y="8386"/>
                </a:lnTo>
                <a:lnTo>
                  <a:pt x="75580" y="8591"/>
                </a:lnTo>
                <a:lnTo>
                  <a:pt x="75580" y="8591"/>
                </a:lnTo>
                <a:lnTo>
                  <a:pt x="76500" y="8182"/>
                </a:lnTo>
                <a:lnTo>
                  <a:pt x="74761" y="7875"/>
                </a:lnTo>
                <a:lnTo>
                  <a:pt x="74761" y="7875"/>
                </a:lnTo>
                <a:lnTo>
                  <a:pt x="74864" y="8182"/>
                </a:lnTo>
                <a:lnTo>
                  <a:pt x="74045" y="8489"/>
                </a:lnTo>
                <a:lnTo>
                  <a:pt x="73739" y="8080"/>
                </a:lnTo>
                <a:lnTo>
                  <a:pt x="72511" y="8489"/>
                </a:lnTo>
                <a:lnTo>
                  <a:pt x="72818" y="8284"/>
                </a:lnTo>
                <a:lnTo>
                  <a:pt x="72716" y="8182"/>
                </a:lnTo>
                <a:lnTo>
                  <a:pt x="73125" y="7977"/>
                </a:lnTo>
                <a:lnTo>
                  <a:pt x="72614" y="8182"/>
                </a:lnTo>
                <a:lnTo>
                  <a:pt x="73534" y="7773"/>
                </a:lnTo>
                <a:lnTo>
                  <a:pt x="73227" y="6955"/>
                </a:lnTo>
                <a:close/>
                <a:moveTo>
                  <a:pt x="103500" y="0"/>
                </a:moveTo>
                <a:lnTo>
                  <a:pt x="103807" y="102"/>
                </a:lnTo>
                <a:lnTo>
                  <a:pt x="99205" y="205"/>
                </a:lnTo>
                <a:lnTo>
                  <a:pt x="101864" y="307"/>
                </a:lnTo>
                <a:lnTo>
                  <a:pt x="99614" y="409"/>
                </a:lnTo>
                <a:lnTo>
                  <a:pt x="100125" y="511"/>
                </a:lnTo>
                <a:lnTo>
                  <a:pt x="99818" y="818"/>
                </a:lnTo>
                <a:lnTo>
                  <a:pt x="97057" y="511"/>
                </a:lnTo>
                <a:lnTo>
                  <a:pt x="97057" y="818"/>
                </a:lnTo>
                <a:lnTo>
                  <a:pt x="94705" y="1023"/>
                </a:lnTo>
                <a:lnTo>
                  <a:pt x="94705" y="614"/>
                </a:lnTo>
                <a:lnTo>
                  <a:pt x="91841" y="818"/>
                </a:lnTo>
                <a:lnTo>
                  <a:pt x="92966" y="1227"/>
                </a:lnTo>
                <a:lnTo>
                  <a:pt x="90716" y="920"/>
                </a:lnTo>
                <a:lnTo>
                  <a:pt x="86625" y="1841"/>
                </a:lnTo>
                <a:lnTo>
                  <a:pt x="86932" y="2148"/>
                </a:lnTo>
                <a:lnTo>
                  <a:pt x="87955" y="2045"/>
                </a:lnTo>
                <a:lnTo>
                  <a:pt x="87955" y="2045"/>
                </a:lnTo>
                <a:lnTo>
                  <a:pt x="81818" y="3477"/>
                </a:lnTo>
                <a:lnTo>
                  <a:pt x="83148" y="3682"/>
                </a:lnTo>
                <a:lnTo>
                  <a:pt x="82841" y="3784"/>
                </a:lnTo>
                <a:lnTo>
                  <a:pt x="85091" y="3989"/>
                </a:lnTo>
                <a:lnTo>
                  <a:pt x="82023" y="4295"/>
                </a:lnTo>
                <a:lnTo>
                  <a:pt x="82125" y="4398"/>
                </a:lnTo>
                <a:lnTo>
                  <a:pt x="82125" y="4500"/>
                </a:lnTo>
                <a:lnTo>
                  <a:pt x="83557" y="4602"/>
                </a:lnTo>
                <a:lnTo>
                  <a:pt x="82534" y="4807"/>
                </a:lnTo>
                <a:lnTo>
                  <a:pt x="88568" y="5318"/>
                </a:lnTo>
                <a:lnTo>
                  <a:pt x="88568" y="5625"/>
                </a:lnTo>
                <a:lnTo>
                  <a:pt x="89489" y="6341"/>
                </a:lnTo>
                <a:lnTo>
                  <a:pt x="88670" y="6648"/>
                </a:lnTo>
                <a:lnTo>
                  <a:pt x="89386" y="6750"/>
                </a:lnTo>
                <a:lnTo>
                  <a:pt x="89182" y="7057"/>
                </a:lnTo>
                <a:lnTo>
                  <a:pt x="89386" y="7466"/>
                </a:lnTo>
                <a:lnTo>
                  <a:pt x="89386" y="7568"/>
                </a:lnTo>
                <a:lnTo>
                  <a:pt x="89591" y="7773"/>
                </a:lnTo>
                <a:lnTo>
                  <a:pt x="88977" y="7977"/>
                </a:lnTo>
                <a:lnTo>
                  <a:pt x="89080" y="8080"/>
                </a:lnTo>
                <a:lnTo>
                  <a:pt x="88773" y="8182"/>
                </a:lnTo>
                <a:lnTo>
                  <a:pt x="88773" y="8182"/>
                </a:lnTo>
                <a:lnTo>
                  <a:pt x="89386" y="8080"/>
                </a:lnTo>
                <a:lnTo>
                  <a:pt x="88568" y="8795"/>
                </a:lnTo>
                <a:lnTo>
                  <a:pt x="90102" y="8489"/>
                </a:lnTo>
                <a:lnTo>
                  <a:pt x="90102" y="8591"/>
                </a:lnTo>
                <a:lnTo>
                  <a:pt x="90205" y="8591"/>
                </a:lnTo>
                <a:lnTo>
                  <a:pt x="90205" y="8693"/>
                </a:lnTo>
                <a:lnTo>
                  <a:pt x="91023" y="8693"/>
                </a:lnTo>
                <a:lnTo>
                  <a:pt x="90000" y="9102"/>
                </a:lnTo>
                <a:lnTo>
                  <a:pt x="91227" y="9205"/>
                </a:lnTo>
                <a:lnTo>
                  <a:pt x="90716" y="9205"/>
                </a:lnTo>
                <a:lnTo>
                  <a:pt x="91023" y="9409"/>
                </a:lnTo>
                <a:lnTo>
                  <a:pt x="91227" y="9716"/>
                </a:lnTo>
                <a:lnTo>
                  <a:pt x="88875" y="9614"/>
                </a:lnTo>
                <a:lnTo>
                  <a:pt x="91330" y="10125"/>
                </a:lnTo>
                <a:lnTo>
                  <a:pt x="90511" y="10739"/>
                </a:lnTo>
                <a:lnTo>
                  <a:pt x="91023" y="10739"/>
                </a:lnTo>
                <a:lnTo>
                  <a:pt x="90511" y="10841"/>
                </a:lnTo>
                <a:lnTo>
                  <a:pt x="90205" y="11148"/>
                </a:lnTo>
                <a:lnTo>
                  <a:pt x="90511" y="11148"/>
                </a:lnTo>
                <a:lnTo>
                  <a:pt x="88568" y="11557"/>
                </a:lnTo>
                <a:lnTo>
                  <a:pt x="90102" y="11455"/>
                </a:lnTo>
                <a:lnTo>
                  <a:pt x="88057" y="12170"/>
                </a:lnTo>
                <a:lnTo>
                  <a:pt x="90102" y="11966"/>
                </a:lnTo>
                <a:lnTo>
                  <a:pt x="89898" y="12068"/>
                </a:lnTo>
                <a:lnTo>
                  <a:pt x="90205" y="12273"/>
                </a:lnTo>
                <a:lnTo>
                  <a:pt x="88261" y="12273"/>
                </a:lnTo>
                <a:lnTo>
                  <a:pt x="87955" y="12784"/>
                </a:lnTo>
                <a:lnTo>
                  <a:pt x="88773" y="12784"/>
                </a:lnTo>
                <a:lnTo>
                  <a:pt x="87648" y="13500"/>
                </a:lnTo>
                <a:lnTo>
                  <a:pt x="89489" y="12784"/>
                </a:lnTo>
                <a:lnTo>
                  <a:pt x="89489" y="12784"/>
                </a:lnTo>
                <a:lnTo>
                  <a:pt x="87750" y="13602"/>
                </a:lnTo>
                <a:lnTo>
                  <a:pt x="87852" y="13602"/>
                </a:lnTo>
                <a:lnTo>
                  <a:pt x="87750" y="14011"/>
                </a:lnTo>
                <a:lnTo>
                  <a:pt x="89182" y="13807"/>
                </a:lnTo>
                <a:lnTo>
                  <a:pt x="88261" y="14114"/>
                </a:lnTo>
                <a:lnTo>
                  <a:pt x="88057" y="15239"/>
                </a:lnTo>
                <a:lnTo>
                  <a:pt x="88773" y="14727"/>
                </a:lnTo>
                <a:lnTo>
                  <a:pt x="89080" y="14318"/>
                </a:lnTo>
                <a:lnTo>
                  <a:pt x="89489" y="15034"/>
                </a:lnTo>
                <a:lnTo>
                  <a:pt x="88466" y="15034"/>
                </a:lnTo>
                <a:lnTo>
                  <a:pt x="88364" y="15341"/>
                </a:lnTo>
                <a:lnTo>
                  <a:pt x="89080" y="15136"/>
                </a:lnTo>
                <a:lnTo>
                  <a:pt x="88977" y="15239"/>
                </a:lnTo>
                <a:lnTo>
                  <a:pt x="89182" y="15239"/>
                </a:lnTo>
                <a:lnTo>
                  <a:pt x="88261" y="15443"/>
                </a:lnTo>
                <a:lnTo>
                  <a:pt x="88568" y="16466"/>
                </a:lnTo>
                <a:lnTo>
                  <a:pt x="89080" y="16261"/>
                </a:lnTo>
                <a:lnTo>
                  <a:pt x="88568" y="16773"/>
                </a:lnTo>
                <a:lnTo>
                  <a:pt x="89386" y="17182"/>
                </a:lnTo>
                <a:lnTo>
                  <a:pt x="88977" y="17591"/>
                </a:lnTo>
                <a:lnTo>
                  <a:pt x="89386" y="18205"/>
                </a:lnTo>
                <a:lnTo>
                  <a:pt x="89795" y="18205"/>
                </a:lnTo>
                <a:lnTo>
                  <a:pt x="89386" y="18409"/>
                </a:lnTo>
                <a:lnTo>
                  <a:pt x="89795" y="18409"/>
                </a:lnTo>
                <a:lnTo>
                  <a:pt x="89795" y="18307"/>
                </a:lnTo>
                <a:lnTo>
                  <a:pt x="91227" y="18000"/>
                </a:lnTo>
                <a:lnTo>
                  <a:pt x="91023" y="18614"/>
                </a:lnTo>
                <a:lnTo>
                  <a:pt x="91943" y="18511"/>
                </a:lnTo>
                <a:lnTo>
                  <a:pt x="91943" y="18511"/>
                </a:lnTo>
                <a:lnTo>
                  <a:pt x="91330" y="18920"/>
                </a:lnTo>
                <a:lnTo>
                  <a:pt x="91330" y="18920"/>
                </a:lnTo>
                <a:lnTo>
                  <a:pt x="92148" y="18818"/>
                </a:lnTo>
                <a:lnTo>
                  <a:pt x="92148" y="19227"/>
                </a:lnTo>
                <a:lnTo>
                  <a:pt x="92455" y="19227"/>
                </a:lnTo>
                <a:lnTo>
                  <a:pt x="92250" y="19125"/>
                </a:lnTo>
                <a:lnTo>
                  <a:pt x="92966" y="18920"/>
                </a:lnTo>
                <a:lnTo>
                  <a:pt x="92455" y="18614"/>
                </a:lnTo>
                <a:lnTo>
                  <a:pt x="93375" y="18409"/>
                </a:lnTo>
                <a:lnTo>
                  <a:pt x="93989" y="17591"/>
                </a:lnTo>
                <a:lnTo>
                  <a:pt x="93784" y="17489"/>
                </a:lnTo>
                <a:lnTo>
                  <a:pt x="94091" y="17386"/>
                </a:lnTo>
                <a:lnTo>
                  <a:pt x="94295" y="16670"/>
                </a:lnTo>
                <a:lnTo>
                  <a:pt x="93784" y="16568"/>
                </a:lnTo>
                <a:lnTo>
                  <a:pt x="94807" y="16364"/>
                </a:lnTo>
                <a:lnTo>
                  <a:pt x="94500" y="16159"/>
                </a:lnTo>
                <a:lnTo>
                  <a:pt x="95830" y="15648"/>
                </a:lnTo>
                <a:lnTo>
                  <a:pt x="95830" y="15239"/>
                </a:lnTo>
                <a:lnTo>
                  <a:pt x="95216" y="15136"/>
                </a:lnTo>
                <a:lnTo>
                  <a:pt x="96136" y="15034"/>
                </a:lnTo>
                <a:lnTo>
                  <a:pt x="95830" y="14625"/>
                </a:lnTo>
                <a:lnTo>
                  <a:pt x="96955" y="14216"/>
                </a:lnTo>
                <a:lnTo>
                  <a:pt x="96545" y="14011"/>
                </a:lnTo>
                <a:lnTo>
                  <a:pt x="98489" y="13398"/>
                </a:lnTo>
                <a:lnTo>
                  <a:pt x="98182" y="13295"/>
                </a:lnTo>
                <a:lnTo>
                  <a:pt x="98795" y="13295"/>
                </a:lnTo>
                <a:lnTo>
                  <a:pt x="98386" y="13909"/>
                </a:lnTo>
                <a:lnTo>
                  <a:pt x="99205" y="13602"/>
                </a:lnTo>
                <a:lnTo>
                  <a:pt x="99307" y="13705"/>
                </a:lnTo>
                <a:lnTo>
                  <a:pt x="102580" y="11659"/>
                </a:lnTo>
                <a:lnTo>
                  <a:pt x="102682" y="11455"/>
                </a:lnTo>
                <a:lnTo>
                  <a:pt x="109125" y="10227"/>
                </a:lnTo>
                <a:lnTo>
                  <a:pt x="109023" y="10227"/>
                </a:lnTo>
                <a:lnTo>
                  <a:pt x="109636" y="10023"/>
                </a:lnTo>
                <a:lnTo>
                  <a:pt x="106159" y="10023"/>
                </a:lnTo>
                <a:lnTo>
                  <a:pt x="106977" y="9716"/>
                </a:lnTo>
                <a:lnTo>
                  <a:pt x="105239" y="9716"/>
                </a:lnTo>
                <a:lnTo>
                  <a:pt x="105852" y="9205"/>
                </a:lnTo>
                <a:lnTo>
                  <a:pt x="107386" y="9205"/>
                </a:lnTo>
                <a:lnTo>
                  <a:pt x="106773" y="8693"/>
                </a:lnTo>
                <a:lnTo>
                  <a:pt x="108409" y="9102"/>
                </a:lnTo>
                <a:lnTo>
                  <a:pt x="109023" y="9716"/>
                </a:lnTo>
                <a:lnTo>
                  <a:pt x="109636" y="9307"/>
                </a:lnTo>
                <a:lnTo>
                  <a:pt x="109636" y="9716"/>
                </a:lnTo>
                <a:lnTo>
                  <a:pt x="110148" y="9307"/>
                </a:lnTo>
                <a:lnTo>
                  <a:pt x="110148" y="8795"/>
                </a:lnTo>
                <a:lnTo>
                  <a:pt x="109739" y="9000"/>
                </a:lnTo>
                <a:lnTo>
                  <a:pt x="110148" y="8591"/>
                </a:lnTo>
                <a:lnTo>
                  <a:pt x="108205" y="8080"/>
                </a:lnTo>
                <a:lnTo>
                  <a:pt x="108511" y="7977"/>
                </a:lnTo>
                <a:lnTo>
                  <a:pt x="108307" y="7670"/>
                </a:lnTo>
                <a:lnTo>
                  <a:pt x="107284" y="7773"/>
                </a:lnTo>
                <a:lnTo>
                  <a:pt x="107284" y="7773"/>
                </a:lnTo>
                <a:lnTo>
                  <a:pt x="108211" y="7587"/>
                </a:lnTo>
                <a:lnTo>
                  <a:pt x="108211" y="7587"/>
                </a:lnTo>
                <a:lnTo>
                  <a:pt x="106875" y="7466"/>
                </a:lnTo>
                <a:lnTo>
                  <a:pt x="107489" y="7364"/>
                </a:lnTo>
                <a:lnTo>
                  <a:pt x="107080" y="7159"/>
                </a:lnTo>
                <a:lnTo>
                  <a:pt x="108716" y="7159"/>
                </a:lnTo>
                <a:lnTo>
                  <a:pt x="108307" y="6852"/>
                </a:lnTo>
                <a:lnTo>
                  <a:pt x="111375" y="7159"/>
                </a:lnTo>
                <a:lnTo>
                  <a:pt x="111068" y="6750"/>
                </a:lnTo>
                <a:lnTo>
                  <a:pt x="110352" y="6750"/>
                </a:lnTo>
                <a:lnTo>
                  <a:pt x="110352" y="6545"/>
                </a:lnTo>
                <a:lnTo>
                  <a:pt x="110659" y="6239"/>
                </a:lnTo>
                <a:lnTo>
                  <a:pt x="110557" y="6545"/>
                </a:lnTo>
                <a:lnTo>
                  <a:pt x="112295" y="6443"/>
                </a:lnTo>
                <a:lnTo>
                  <a:pt x="111989" y="6034"/>
                </a:lnTo>
                <a:lnTo>
                  <a:pt x="111273" y="6239"/>
                </a:lnTo>
                <a:lnTo>
                  <a:pt x="111273" y="5830"/>
                </a:lnTo>
                <a:lnTo>
                  <a:pt x="110557" y="5830"/>
                </a:lnTo>
                <a:lnTo>
                  <a:pt x="111784" y="5727"/>
                </a:lnTo>
                <a:lnTo>
                  <a:pt x="112091" y="5830"/>
                </a:lnTo>
                <a:lnTo>
                  <a:pt x="112193" y="5011"/>
                </a:lnTo>
                <a:lnTo>
                  <a:pt x="111375" y="4909"/>
                </a:lnTo>
                <a:lnTo>
                  <a:pt x="111068" y="4705"/>
                </a:lnTo>
                <a:lnTo>
                  <a:pt x="110659" y="4602"/>
                </a:lnTo>
                <a:lnTo>
                  <a:pt x="113011" y="4500"/>
                </a:lnTo>
                <a:lnTo>
                  <a:pt x="113216" y="4091"/>
                </a:lnTo>
                <a:lnTo>
                  <a:pt x="111989" y="3886"/>
                </a:lnTo>
                <a:lnTo>
                  <a:pt x="112807" y="3886"/>
                </a:lnTo>
                <a:lnTo>
                  <a:pt x="111580" y="3784"/>
                </a:lnTo>
                <a:lnTo>
                  <a:pt x="112091" y="3170"/>
                </a:lnTo>
                <a:lnTo>
                  <a:pt x="111989" y="3068"/>
                </a:lnTo>
                <a:lnTo>
                  <a:pt x="113114" y="2557"/>
                </a:lnTo>
                <a:lnTo>
                  <a:pt x="112909" y="2352"/>
                </a:lnTo>
                <a:lnTo>
                  <a:pt x="113216" y="1943"/>
                </a:lnTo>
                <a:lnTo>
                  <a:pt x="115261" y="1841"/>
                </a:lnTo>
                <a:lnTo>
                  <a:pt x="114750" y="1739"/>
                </a:lnTo>
                <a:lnTo>
                  <a:pt x="116284" y="1534"/>
                </a:lnTo>
                <a:lnTo>
                  <a:pt x="116080" y="1432"/>
                </a:lnTo>
                <a:lnTo>
                  <a:pt x="117818" y="1125"/>
                </a:lnTo>
                <a:lnTo>
                  <a:pt x="111273" y="1636"/>
                </a:lnTo>
                <a:lnTo>
                  <a:pt x="111273" y="1636"/>
                </a:lnTo>
                <a:lnTo>
                  <a:pt x="112398" y="1125"/>
                </a:lnTo>
                <a:lnTo>
                  <a:pt x="107898" y="818"/>
                </a:lnTo>
                <a:lnTo>
                  <a:pt x="112500" y="409"/>
                </a:lnTo>
                <a:lnTo>
                  <a:pt x="106977" y="205"/>
                </a:lnTo>
                <a:lnTo>
                  <a:pt x="110352" y="0"/>
                </a:lnTo>
                <a:close/>
                <a:moveTo>
                  <a:pt x="5114" y="22807"/>
                </a:moveTo>
                <a:lnTo>
                  <a:pt x="5069" y="22823"/>
                </a:lnTo>
                <a:lnTo>
                  <a:pt x="5069" y="22823"/>
                </a:lnTo>
                <a:lnTo>
                  <a:pt x="5011" y="22909"/>
                </a:lnTo>
                <a:lnTo>
                  <a:pt x="5114" y="22807"/>
                </a:lnTo>
                <a:close/>
                <a:moveTo>
                  <a:pt x="133057" y="23011"/>
                </a:moveTo>
                <a:lnTo>
                  <a:pt x="132955" y="23216"/>
                </a:lnTo>
                <a:lnTo>
                  <a:pt x="132443" y="23216"/>
                </a:lnTo>
                <a:lnTo>
                  <a:pt x="132955" y="23727"/>
                </a:lnTo>
                <a:lnTo>
                  <a:pt x="133261" y="23727"/>
                </a:lnTo>
                <a:lnTo>
                  <a:pt x="133568" y="23216"/>
                </a:lnTo>
                <a:lnTo>
                  <a:pt x="133057" y="23011"/>
                </a:lnTo>
                <a:close/>
                <a:moveTo>
                  <a:pt x="1125" y="23625"/>
                </a:moveTo>
                <a:lnTo>
                  <a:pt x="102" y="24034"/>
                </a:lnTo>
                <a:lnTo>
                  <a:pt x="1120" y="23634"/>
                </a:lnTo>
                <a:lnTo>
                  <a:pt x="1120" y="23634"/>
                </a:lnTo>
                <a:lnTo>
                  <a:pt x="1125" y="23625"/>
                </a:lnTo>
                <a:close/>
                <a:moveTo>
                  <a:pt x="102" y="24034"/>
                </a:moveTo>
                <a:lnTo>
                  <a:pt x="102" y="24034"/>
                </a:lnTo>
                <a:lnTo>
                  <a:pt x="102" y="24034"/>
                </a:lnTo>
                <a:close/>
                <a:moveTo>
                  <a:pt x="138170" y="24136"/>
                </a:moveTo>
                <a:lnTo>
                  <a:pt x="138375" y="24239"/>
                </a:lnTo>
                <a:lnTo>
                  <a:pt x="138477" y="24239"/>
                </a:lnTo>
                <a:lnTo>
                  <a:pt x="138170" y="24136"/>
                </a:lnTo>
                <a:close/>
                <a:moveTo>
                  <a:pt x="118534" y="23523"/>
                </a:moveTo>
                <a:lnTo>
                  <a:pt x="118636" y="23625"/>
                </a:lnTo>
                <a:lnTo>
                  <a:pt x="118330" y="23932"/>
                </a:lnTo>
                <a:lnTo>
                  <a:pt x="118330" y="23727"/>
                </a:lnTo>
                <a:lnTo>
                  <a:pt x="117818" y="23830"/>
                </a:lnTo>
                <a:lnTo>
                  <a:pt x="117511" y="24239"/>
                </a:lnTo>
                <a:lnTo>
                  <a:pt x="117920" y="24239"/>
                </a:lnTo>
                <a:lnTo>
                  <a:pt x="117614" y="24648"/>
                </a:lnTo>
                <a:lnTo>
                  <a:pt x="116489" y="24750"/>
                </a:lnTo>
                <a:lnTo>
                  <a:pt x="116591" y="24852"/>
                </a:lnTo>
                <a:lnTo>
                  <a:pt x="116591" y="25057"/>
                </a:lnTo>
                <a:lnTo>
                  <a:pt x="116795" y="24955"/>
                </a:lnTo>
                <a:lnTo>
                  <a:pt x="116693" y="25261"/>
                </a:lnTo>
                <a:lnTo>
                  <a:pt x="116386" y="25364"/>
                </a:lnTo>
                <a:lnTo>
                  <a:pt x="116386" y="25466"/>
                </a:lnTo>
                <a:lnTo>
                  <a:pt x="116591" y="25466"/>
                </a:lnTo>
                <a:lnTo>
                  <a:pt x="116591" y="25568"/>
                </a:lnTo>
                <a:lnTo>
                  <a:pt x="117307" y="25670"/>
                </a:lnTo>
                <a:lnTo>
                  <a:pt x="116489" y="26284"/>
                </a:lnTo>
                <a:lnTo>
                  <a:pt x="116489" y="26284"/>
                </a:lnTo>
                <a:lnTo>
                  <a:pt x="117409" y="26182"/>
                </a:lnTo>
                <a:lnTo>
                  <a:pt x="116489" y="26489"/>
                </a:lnTo>
                <a:lnTo>
                  <a:pt x="116591" y="26591"/>
                </a:lnTo>
                <a:lnTo>
                  <a:pt x="116080" y="26693"/>
                </a:lnTo>
                <a:lnTo>
                  <a:pt x="116489" y="26693"/>
                </a:lnTo>
                <a:lnTo>
                  <a:pt x="116080" y="27000"/>
                </a:lnTo>
                <a:lnTo>
                  <a:pt x="116693" y="27000"/>
                </a:lnTo>
                <a:lnTo>
                  <a:pt x="116284" y="27205"/>
                </a:lnTo>
                <a:lnTo>
                  <a:pt x="116284" y="27205"/>
                </a:lnTo>
                <a:lnTo>
                  <a:pt x="116693" y="27102"/>
                </a:lnTo>
                <a:lnTo>
                  <a:pt x="116489" y="27307"/>
                </a:lnTo>
                <a:lnTo>
                  <a:pt x="119250" y="26591"/>
                </a:lnTo>
                <a:lnTo>
                  <a:pt x="119148" y="26489"/>
                </a:lnTo>
                <a:lnTo>
                  <a:pt x="119455" y="24852"/>
                </a:lnTo>
                <a:lnTo>
                  <a:pt x="119352" y="24750"/>
                </a:lnTo>
                <a:lnTo>
                  <a:pt x="119966" y="24545"/>
                </a:lnTo>
                <a:lnTo>
                  <a:pt x="119864" y="24341"/>
                </a:lnTo>
                <a:lnTo>
                  <a:pt x="119659" y="24239"/>
                </a:lnTo>
                <a:lnTo>
                  <a:pt x="119455" y="23727"/>
                </a:lnTo>
                <a:lnTo>
                  <a:pt x="118636" y="23830"/>
                </a:lnTo>
                <a:lnTo>
                  <a:pt x="118841" y="23625"/>
                </a:lnTo>
                <a:lnTo>
                  <a:pt x="118534" y="23523"/>
                </a:lnTo>
                <a:close/>
                <a:moveTo>
                  <a:pt x="121398" y="20455"/>
                </a:moveTo>
                <a:lnTo>
                  <a:pt x="120477" y="20761"/>
                </a:lnTo>
                <a:lnTo>
                  <a:pt x="119966" y="21682"/>
                </a:lnTo>
                <a:lnTo>
                  <a:pt x="119761" y="22091"/>
                </a:lnTo>
                <a:lnTo>
                  <a:pt x="119864" y="22091"/>
                </a:lnTo>
                <a:lnTo>
                  <a:pt x="119557" y="22295"/>
                </a:lnTo>
                <a:lnTo>
                  <a:pt x="120273" y="22193"/>
                </a:lnTo>
                <a:lnTo>
                  <a:pt x="119966" y="23523"/>
                </a:lnTo>
                <a:lnTo>
                  <a:pt x="120170" y="23011"/>
                </a:lnTo>
                <a:lnTo>
                  <a:pt x="120580" y="22807"/>
                </a:lnTo>
                <a:lnTo>
                  <a:pt x="120682" y="23011"/>
                </a:lnTo>
                <a:lnTo>
                  <a:pt x="120375" y="24239"/>
                </a:lnTo>
                <a:lnTo>
                  <a:pt x="121807" y="23932"/>
                </a:lnTo>
                <a:lnTo>
                  <a:pt x="122011" y="25568"/>
                </a:lnTo>
                <a:lnTo>
                  <a:pt x="120580" y="26080"/>
                </a:lnTo>
                <a:lnTo>
                  <a:pt x="120580" y="26080"/>
                </a:lnTo>
                <a:lnTo>
                  <a:pt x="120989" y="25977"/>
                </a:lnTo>
                <a:lnTo>
                  <a:pt x="121091" y="26284"/>
                </a:lnTo>
                <a:lnTo>
                  <a:pt x="120068" y="27000"/>
                </a:lnTo>
                <a:lnTo>
                  <a:pt x="120989" y="27205"/>
                </a:lnTo>
                <a:lnTo>
                  <a:pt x="120886" y="27307"/>
                </a:lnTo>
                <a:lnTo>
                  <a:pt x="121602" y="27409"/>
                </a:lnTo>
                <a:lnTo>
                  <a:pt x="122216" y="27102"/>
                </a:lnTo>
                <a:lnTo>
                  <a:pt x="121602" y="27614"/>
                </a:lnTo>
                <a:lnTo>
                  <a:pt x="120989" y="27614"/>
                </a:lnTo>
                <a:lnTo>
                  <a:pt x="119761" y="28739"/>
                </a:lnTo>
                <a:lnTo>
                  <a:pt x="120068" y="28841"/>
                </a:lnTo>
                <a:lnTo>
                  <a:pt x="120375" y="28534"/>
                </a:lnTo>
                <a:lnTo>
                  <a:pt x="121091" y="28534"/>
                </a:lnTo>
                <a:lnTo>
                  <a:pt x="121807" y="28125"/>
                </a:lnTo>
                <a:lnTo>
                  <a:pt x="122625" y="28227"/>
                </a:lnTo>
                <a:lnTo>
                  <a:pt x="122523" y="28125"/>
                </a:lnTo>
                <a:lnTo>
                  <a:pt x="123136" y="28023"/>
                </a:lnTo>
                <a:lnTo>
                  <a:pt x="123034" y="27920"/>
                </a:lnTo>
                <a:lnTo>
                  <a:pt x="124773" y="27920"/>
                </a:lnTo>
                <a:lnTo>
                  <a:pt x="125182" y="27409"/>
                </a:lnTo>
                <a:lnTo>
                  <a:pt x="124466" y="27409"/>
                </a:lnTo>
                <a:lnTo>
                  <a:pt x="125080" y="26898"/>
                </a:lnTo>
                <a:lnTo>
                  <a:pt x="125284" y="25977"/>
                </a:lnTo>
                <a:lnTo>
                  <a:pt x="124159" y="25977"/>
                </a:lnTo>
                <a:lnTo>
                  <a:pt x="123648" y="25159"/>
                </a:lnTo>
                <a:lnTo>
                  <a:pt x="124261" y="25261"/>
                </a:lnTo>
                <a:lnTo>
                  <a:pt x="124261" y="25261"/>
                </a:lnTo>
                <a:lnTo>
                  <a:pt x="124057" y="24750"/>
                </a:lnTo>
                <a:lnTo>
                  <a:pt x="123239" y="24239"/>
                </a:lnTo>
                <a:lnTo>
                  <a:pt x="122932" y="23420"/>
                </a:lnTo>
                <a:lnTo>
                  <a:pt x="121295" y="22807"/>
                </a:lnTo>
                <a:lnTo>
                  <a:pt x="122011" y="22705"/>
                </a:lnTo>
                <a:lnTo>
                  <a:pt x="121705" y="22602"/>
                </a:lnTo>
                <a:lnTo>
                  <a:pt x="122318" y="22295"/>
                </a:lnTo>
                <a:lnTo>
                  <a:pt x="122830" y="21580"/>
                </a:lnTo>
                <a:lnTo>
                  <a:pt x="121091" y="21375"/>
                </a:lnTo>
                <a:lnTo>
                  <a:pt x="121295" y="21170"/>
                </a:lnTo>
                <a:lnTo>
                  <a:pt x="121193" y="21170"/>
                </a:lnTo>
                <a:lnTo>
                  <a:pt x="121807" y="20659"/>
                </a:lnTo>
                <a:lnTo>
                  <a:pt x="121398" y="20455"/>
                </a:lnTo>
                <a:close/>
                <a:moveTo>
                  <a:pt x="23830" y="27920"/>
                </a:moveTo>
                <a:lnTo>
                  <a:pt x="23523" y="28330"/>
                </a:lnTo>
                <a:lnTo>
                  <a:pt x="24034" y="28227"/>
                </a:lnTo>
                <a:lnTo>
                  <a:pt x="23932" y="28432"/>
                </a:lnTo>
                <a:lnTo>
                  <a:pt x="23523" y="28534"/>
                </a:lnTo>
                <a:lnTo>
                  <a:pt x="23625" y="28534"/>
                </a:lnTo>
                <a:lnTo>
                  <a:pt x="23420" y="28739"/>
                </a:lnTo>
                <a:lnTo>
                  <a:pt x="23830" y="28739"/>
                </a:lnTo>
                <a:lnTo>
                  <a:pt x="23932" y="28636"/>
                </a:lnTo>
                <a:lnTo>
                  <a:pt x="24034" y="28943"/>
                </a:lnTo>
                <a:lnTo>
                  <a:pt x="24443" y="29148"/>
                </a:lnTo>
                <a:lnTo>
                  <a:pt x="24034" y="29455"/>
                </a:lnTo>
                <a:lnTo>
                  <a:pt x="24443" y="29455"/>
                </a:lnTo>
                <a:lnTo>
                  <a:pt x="24341" y="29557"/>
                </a:lnTo>
                <a:lnTo>
                  <a:pt x="24545" y="29659"/>
                </a:lnTo>
                <a:lnTo>
                  <a:pt x="24341" y="29761"/>
                </a:lnTo>
                <a:lnTo>
                  <a:pt x="25261" y="29557"/>
                </a:lnTo>
                <a:lnTo>
                  <a:pt x="25057" y="30273"/>
                </a:lnTo>
                <a:lnTo>
                  <a:pt x="25057" y="30273"/>
                </a:lnTo>
                <a:lnTo>
                  <a:pt x="25875" y="30170"/>
                </a:lnTo>
                <a:lnTo>
                  <a:pt x="25466" y="28534"/>
                </a:lnTo>
                <a:lnTo>
                  <a:pt x="23830" y="27920"/>
                </a:lnTo>
                <a:close/>
                <a:moveTo>
                  <a:pt x="25875" y="30170"/>
                </a:moveTo>
                <a:lnTo>
                  <a:pt x="25875" y="30273"/>
                </a:lnTo>
                <a:lnTo>
                  <a:pt x="25977" y="30170"/>
                </a:lnTo>
                <a:close/>
                <a:moveTo>
                  <a:pt x="72102" y="30989"/>
                </a:moveTo>
                <a:lnTo>
                  <a:pt x="72146" y="31003"/>
                </a:lnTo>
                <a:lnTo>
                  <a:pt x="72146" y="31003"/>
                </a:lnTo>
                <a:lnTo>
                  <a:pt x="72205" y="30989"/>
                </a:lnTo>
                <a:close/>
                <a:moveTo>
                  <a:pt x="25568" y="31398"/>
                </a:moveTo>
                <a:lnTo>
                  <a:pt x="25364" y="31500"/>
                </a:lnTo>
                <a:lnTo>
                  <a:pt x="25364" y="31500"/>
                </a:lnTo>
                <a:lnTo>
                  <a:pt x="25466" y="31398"/>
                </a:lnTo>
                <a:close/>
                <a:moveTo>
                  <a:pt x="80386" y="31500"/>
                </a:moveTo>
                <a:lnTo>
                  <a:pt x="80386" y="31500"/>
                </a:lnTo>
                <a:lnTo>
                  <a:pt x="80386" y="31500"/>
                </a:lnTo>
                <a:close/>
                <a:moveTo>
                  <a:pt x="80693" y="27307"/>
                </a:moveTo>
                <a:lnTo>
                  <a:pt x="80182" y="27409"/>
                </a:lnTo>
                <a:lnTo>
                  <a:pt x="78136" y="29864"/>
                </a:lnTo>
                <a:lnTo>
                  <a:pt x="77625" y="29966"/>
                </a:lnTo>
                <a:lnTo>
                  <a:pt x="77318" y="30170"/>
                </a:lnTo>
                <a:lnTo>
                  <a:pt x="77420" y="30068"/>
                </a:lnTo>
                <a:lnTo>
                  <a:pt x="77011" y="30273"/>
                </a:lnTo>
                <a:lnTo>
                  <a:pt x="77727" y="30273"/>
                </a:lnTo>
                <a:lnTo>
                  <a:pt x="76705" y="30989"/>
                </a:lnTo>
                <a:lnTo>
                  <a:pt x="79466" y="30989"/>
                </a:lnTo>
                <a:lnTo>
                  <a:pt x="79159" y="31295"/>
                </a:lnTo>
                <a:lnTo>
                  <a:pt x="80284" y="31193"/>
                </a:lnTo>
                <a:lnTo>
                  <a:pt x="79261" y="32011"/>
                </a:lnTo>
                <a:lnTo>
                  <a:pt x="80489" y="31295"/>
                </a:lnTo>
                <a:lnTo>
                  <a:pt x="80386" y="31500"/>
                </a:lnTo>
                <a:lnTo>
                  <a:pt x="80795" y="30989"/>
                </a:lnTo>
                <a:lnTo>
                  <a:pt x="81000" y="31398"/>
                </a:lnTo>
                <a:lnTo>
                  <a:pt x="80591" y="32011"/>
                </a:lnTo>
                <a:lnTo>
                  <a:pt x="81102" y="31705"/>
                </a:lnTo>
                <a:lnTo>
                  <a:pt x="81000" y="32216"/>
                </a:lnTo>
                <a:lnTo>
                  <a:pt x="81000" y="32216"/>
                </a:lnTo>
                <a:lnTo>
                  <a:pt x="81409" y="32114"/>
                </a:lnTo>
                <a:lnTo>
                  <a:pt x="81920" y="31091"/>
                </a:lnTo>
                <a:lnTo>
                  <a:pt x="81511" y="31398"/>
                </a:lnTo>
                <a:lnTo>
                  <a:pt x="81920" y="30682"/>
                </a:lnTo>
                <a:lnTo>
                  <a:pt x="81205" y="31193"/>
                </a:lnTo>
                <a:lnTo>
                  <a:pt x="81205" y="31193"/>
                </a:lnTo>
                <a:lnTo>
                  <a:pt x="81307" y="30784"/>
                </a:lnTo>
                <a:lnTo>
                  <a:pt x="81102" y="30784"/>
                </a:lnTo>
                <a:lnTo>
                  <a:pt x="81920" y="30170"/>
                </a:lnTo>
                <a:lnTo>
                  <a:pt x="81920" y="30170"/>
                </a:lnTo>
                <a:lnTo>
                  <a:pt x="81000" y="30477"/>
                </a:lnTo>
                <a:lnTo>
                  <a:pt x="81409" y="30170"/>
                </a:lnTo>
                <a:lnTo>
                  <a:pt x="81205" y="30068"/>
                </a:lnTo>
                <a:lnTo>
                  <a:pt x="81307" y="29966"/>
                </a:lnTo>
                <a:lnTo>
                  <a:pt x="81102" y="30068"/>
                </a:lnTo>
                <a:lnTo>
                  <a:pt x="81716" y="29557"/>
                </a:lnTo>
                <a:lnTo>
                  <a:pt x="81000" y="29455"/>
                </a:lnTo>
                <a:lnTo>
                  <a:pt x="81102" y="29250"/>
                </a:lnTo>
                <a:lnTo>
                  <a:pt x="80284" y="29761"/>
                </a:lnTo>
                <a:lnTo>
                  <a:pt x="80489" y="29250"/>
                </a:lnTo>
                <a:lnTo>
                  <a:pt x="80489" y="29250"/>
                </a:lnTo>
                <a:lnTo>
                  <a:pt x="80284" y="29455"/>
                </a:lnTo>
                <a:lnTo>
                  <a:pt x="80386" y="29352"/>
                </a:lnTo>
                <a:lnTo>
                  <a:pt x="79773" y="29352"/>
                </a:lnTo>
                <a:lnTo>
                  <a:pt x="79977" y="29148"/>
                </a:lnTo>
                <a:lnTo>
                  <a:pt x="79773" y="29250"/>
                </a:lnTo>
                <a:lnTo>
                  <a:pt x="80386" y="28841"/>
                </a:lnTo>
                <a:lnTo>
                  <a:pt x="79261" y="29250"/>
                </a:lnTo>
                <a:lnTo>
                  <a:pt x="80489" y="27716"/>
                </a:lnTo>
                <a:lnTo>
                  <a:pt x="80591" y="27511"/>
                </a:lnTo>
                <a:lnTo>
                  <a:pt x="80898" y="27307"/>
                </a:lnTo>
                <a:close/>
                <a:moveTo>
                  <a:pt x="239523" y="32216"/>
                </a:moveTo>
                <a:lnTo>
                  <a:pt x="240239" y="32830"/>
                </a:lnTo>
                <a:lnTo>
                  <a:pt x="239727" y="32318"/>
                </a:lnTo>
                <a:lnTo>
                  <a:pt x="239523" y="32216"/>
                </a:lnTo>
                <a:close/>
                <a:moveTo>
                  <a:pt x="232875" y="24443"/>
                </a:moveTo>
                <a:lnTo>
                  <a:pt x="232773" y="24648"/>
                </a:lnTo>
                <a:lnTo>
                  <a:pt x="233591" y="25159"/>
                </a:lnTo>
                <a:lnTo>
                  <a:pt x="233489" y="25261"/>
                </a:lnTo>
                <a:lnTo>
                  <a:pt x="233386" y="25364"/>
                </a:lnTo>
                <a:lnTo>
                  <a:pt x="234511" y="27102"/>
                </a:lnTo>
                <a:lnTo>
                  <a:pt x="239216" y="32932"/>
                </a:lnTo>
                <a:lnTo>
                  <a:pt x="239114" y="32114"/>
                </a:lnTo>
                <a:lnTo>
                  <a:pt x="239523" y="32216"/>
                </a:lnTo>
                <a:lnTo>
                  <a:pt x="239523" y="32216"/>
                </a:lnTo>
                <a:lnTo>
                  <a:pt x="238193" y="31091"/>
                </a:lnTo>
                <a:lnTo>
                  <a:pt x="237784" y="29557"/>
                </a:lnTo>
                <a:lnTo>
                  <a:pt x="239318" y="30170"/>
                </a:lnTo>
                <a:lnTo>
                  <a:pt x="232875" y="24443"/>
                </a:lnTo>
                <a:close/>
                <a:moveTo>
                  <a:pt x="244841" y="33341"/>
                </a:moveTo>
                <a:lnTo>
                  <a:pt x="244330" y="33443"/>
                </a:lnTo>
                <a:lnTo>
                  <a:pt x="244432" y="33648"/>
                </a:lnTo>
                <a:lnTo>
                  <a:pt x="244125" y="34364"/>
                </a:lnTo>
                <a:lnTo>
                  <a:pt x="244125" y="34466"/>
                </a:lnTo>
                <a:lnTo>
                  <a:pt x="244330" y="33955"/>
                </a:lnTo>
                <a:lnTo>
                  <a:pt x="245045" y="33545"/>
                </a:lnTo>
                <a:lnTo>
                  <a:pt x="244841" y="33341"/>
                </a:lnTo>
                <a:close/>
                <a:moveTo>
                  <a:pt x="243409" y="34466"/>
                </a:moveTo>
                <a:lnTo>
                  <a:pt x="243409" y="35080"/>
                </a:lnTo>
                <a:lnTo>
                  <a:pt x="243614" y="35284"/>
                </a:lnTo>
                <a:lnTo>
                  <a:pt x="243920" y="34466"/>
                </a:lnTo>
                <a:close/>
                <a:moveTo>
                  <a:pt x="54102" y="29864"/>
                </a:moveTo>
                <a:lnTo>
                  <a:pt x="56352" y="30886"/>
                </a:lnTo>
                <a:lnTo>
                  <a:pt x="56045" y="31193"/>
                </a:lnTo>
                <a:lnTo>
                  <a:pt x="56250" y="31602"/>
                </a:lnTo>
                <a:lnTo>
                  <a:pt x="56045" y="31807"/>
                </a:lnTo>
                <a:lnTo>
                  <a:pt x="56250" y="32011"/>
                </a:lnTo>
                <a:lnTo>
                  <a:pt x="56045" y="32114"/>
                </a:lnTo>
                <a:lnTo>
                  <a:pt x="56148" y="32114"/>
                </a:lnTo>
                <a:lnTo>
                  <a:pt x="55943" y="32318"/>
                </a:lnTo>
                <a:lnTo>
                  <a:pt x="58193" y="32727"/>
                </a:lnTo>
                <a:lnTo>
                  <a:pt x="58091" y="32830"/>
                </a:lnTo>
                <a:lnTo>
                  <a:pt x="58500" y="32830"/>
                </a:lnTo>
                <a:lnTo>
                  <a:pt x="58500" y="32932"/>
                </a:lnTo>
                <a:lnTo>
                  <a:pt x="58909" y="33239"/>
                </a:lnTo>
                <a:lnTo>
                  <a:pt x="59114" y="34057"/>
                </a:lnTo>
                <a:lnTo>
                  <a:pt x="59216" y="34057"/>
                </a:lnTo>
                <a:lnTo>
                  <a:pt x="59216" y="34159"/>
                </a:lnTo>
                <a:lnTo>
                  <a:pt x="59011" y="34057"/>
                </a:lnTo>
                <a:lnTo>
                  <a:pt x="58807" y="34364"/>
                </a:lnTo>
                <a:lnTo>
                  <a:pt x="58091" y="34261"/>
                </a:lnTo>
                <a:lnTo>
                  <a:pt x="57989" y="34159"/>
                </a:lnTo>
                <a:lnTo>
                  <a:pt x="58193" y="33955"/>
                </a:lnTo>
                <a:lnTo>
                  <a:pt x="58091" y="33955"/>
                </a:lnTo>
                <a:lnTo>
                  <a:pt x="58091" y="33648"/>
                </a:lnTo>
                <a:lnTo>
                  <a:pt x="57682" y="33648"/>
                </a:lnTo>
                <a:lnTo>
                  <a:pt x="56250" y="35898"/>
                </a:lnTo>
                <a:lnTo>
                  <a:pt x="56045" y="34875"/>
                </a:lnTo>
                <a:lnTo>
                  <a:pt x="55330" y="35182"/>
                </a:lnTo>
                <a:lnTo>
                  <a:pt x="55330" y="35182"/>
                </a:lnTo>
                <a:lnTo>
                  <a:pt x="56352" y="33750"/>
                </a:lnTo>
                <a:lnTo>
                  <a:pt x="56250" y="33443"/>
                </a:lnTo>
                <a:lnTo>
                  <a:pt x="55330" y="33136"/>
                </a:lnTo>
                <a:lnTo>
                  <a:pt x="54409" y="34159"/>
                </a:lnTo>
                <a:lnTo>
                  <a:pt x="54614" y="33648"/>
                </a:lnTo>
                <a:lnTo>
                  <a:pt x="52568" y="36818"/>
                </a:lnTo>
                <a:lnTo>
                  <a:pt x="51545" y="37125"/>
                </a:lnTo>
                <a:lnTo>
                  <a:pt x="52773" y="34364"/>
                </a:lnTo>
                <a:lnTo>
                  <a:pt x="52364" y="34364"/>
                </a:lnTo>
                <a:lnTo>
                  <a:pt x="53693" y="32932"/>
                </a:lnTo>
                <a:lnTo>
                  <a:pt x="53693" y="33136"/>
                </a:lnTo>
                <a:lnTo>
                  <a:pt x="54102" y="32932"/>
                </a:lnTo>
                <a:lnTo>
                  <a:pt x="53898" y="33239"/>
                </a:lnTo>
                <a:lnTo>
                  <a:pt x="53898" y="33239"/>
                </a:lnTo>
                <a:lnTo>
                  <a:pt x="55125" y="32727"/>
                </a:lnTo>
                <a:lnTo>
                  <a:pt x="55534" y="32932"/>
                </a:lnTo>
                <a:lnTo>
                  <a:pt x="55636" y="32830"/>
                </a:lnTo>
                <a:lnTo>
                  <a:pt x="56250" y="32830"/>
                </a:lnTo>
                <a:lnTo>
                  <a:pt x="55534" y="32318"/>
                </a:lnTo>
                <a:lnTo>
                  <a:pt x="55739" y="32114"/>
                </a:lnTo>
                <a:lnTo>
                  <a:pt x="53693" y="32318"/>
                </a:lnTo>
                <a:lnTo>
                  <a:pt x="53591" y="32011"/>
                </a:lnTo>
                <a:lnTo>
                  <a:pt x="52977" y="32011"/>
                </a:lnTo>
                <a:lnTo>
                  <a:pt x="52977" y="31602"/>
                </a:lnTo>
                <a:lnTo>
                  <a:pt x="50830" y="32216"/>
                </a:lnTo>
                <a:lnTo>
                  <a:pt x="50830" y="31909"/>
                </a:lnTo>
                <a:lnTo>
                  <a:pt x="50011" y="32011"/>
                </a:lnTo>
                <a:lnTo>
                  <a:pt x="53489" y="30273"/>
                </a:lnTo>
                <a:lnTo>
                  <a:pt x="53489" y="30273"/>
                </a:lnTo>
                <a:lnTo>
                  <a:pt x="53693" y="30068"/>
                </a:lnTo>
                <a:lnTo>
                  <a:pt x="53898" y="30068"/>
                </a:lnTo>
                <a:lnTo>
                  <a:pt x="53591" y="30375"/>
                </a:lnTo>
                <a:lnTo>
                  <a:pt x="54102" y="30068"/>
                </a:lnTo>
                <a:lnTo>
                  <a:pt x="54102" y="29864"/>
                </a:lnTo>
                <a:close/>
                <a:moveTo>
                  <a:pt x="131932" y="36000"/>
                </a:moveTo>
                <a:lnTo>
                  <a:pt x="131830" y="36205"/>
                </a:lnTo>
                <a:lnTo>
                  <a:pt x="131216" y="36511"/>
                </a:lnTo>
                <a:lnTo>
                  <a:pt x="131318" y="36614"/>
                </a:lnTo>
                <a:lnTo>
                  <a:pt x="131318" y="37023"/>
                </a:lnTo>
                <a:lnTo>
                  <a:pt x="131830" y="37432"/>
                </a:lnTo>
                <a:lnTo>
                  <a:pt x="131932" y="36000"/>
                </a:lnTo>
                <a:close/>
                <a:moveTo>
                  <a:pt x="239216" y="33443"/>
                </a:moveTo>
                <a:lnTo>
                  <a:pt x="240341" y="35693"/>
                </a:lnTo>
                <a:lnTo>
                  <a:pt x="239625" y="35591"/>
                </a:lnTo>
                <a:lnTo>
                  <a:pt x="239625" y="36205"/>
                </a:lnTo>
                <a:lnTo>
                  <a:pt x="240750" y="37432"/>
                </a:lnTo>
                <a:lnTo>
                  <a:pt x="240750" y="37125"/>
                </a:lnTo>
                <a:lnTo>
                  <a:pt x="241159" y="37125"/>
                </a:lnTo>
                <a:lnTo>
                  <a:pt x="240239" y="36614"/>
                </a:lnTo>
                <a:lnTo>
                  <a:pt x="240341" y="36307"/>
                </a:lnTo>
                <a:lnTo>
                  <a:pt x="240750" y="36511"/>
                </a:lnTo>
                <a:lnTo>
                  <a:pt x="241364" y="36409"/>
                </a:lnTo>
                <a:lnTo>
                  <a:pt x="242795" y="36920"/>
                </a:lnTo>
                <a:lnTo>
                  <a:pt x="242693" y="36409"/>
                </a:lnTo>
                <a:lnTo>
                  <a:pt x="244023" y="35489"/>
                </a:lnTo>
                <a:lnTo>
                  <a:pt x="243716" y="35591"/>
                </a:lnTo>
                <a:lnTo>
                  <a:pt x="243205" y="35284"/>
                </a:lnTo>
                <a:lnTo>
                  <a:pt x="242898" y="34568"/>
                </a:lnTo>
                <a:lnTo>
                  <a:pt x="242284" y="34875"/>
                </a:lnTo>
                <a:lnTo>
                  <a:pt x="239216" y="33443"/>
                </a:lnTo>
                <a:close/>
                <a:moveTo>
                  <a:pt x="143693" y="38659"/>
                </a:moveTo>
                <a:lnTo>
                  <a:pt x="144000" y="38864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3693" y="38659"/>
                </a:lnTo>
                <a:close/>
                <a:moveTo>
                  <a:pt x="155250" y="31602"/>
                </a:moveTo>
                <a:lnTo>
                  <a:pt x="155148" y="31705"/>
                </a:lnTo>
                <a:lnTo>
                  <a:pt x="155659" y="31705"/>
                </a:lnTo>
                <a:lnTo>
                  <a:pt x="155148" y="32011"/>
                </a:lnTo>
                <a:lnTo>
                  <a:pt x="155148" y="32216"/>
                </a:lnTo>
                <a:lnTo>
                  <a:pt x="154636" y="32216"/>
                </a:lnTo>
                <a:lnTo>
                  <a:pt x="155250" y="32727"/>
                </a:lnTo>
                <a:lnTo>
                  <a:pt x="154943" y="32932"/>
                </a:lnTo>
                <a:lnTo>
                  <a:pt x="154739" y="33341"/>
                </a:lnTo>
                <a:lnTo>
                  <a:pt x="154023" y="33443"/>
                </a:lnTo>
                <a:lnTo>
                  <a:pt x="154125" y="33545"/>
                </a:lnTo>
                <a:lnTo>
                  <a:pt x="153920" y="33648"/>
                </a:lnTo>
                <a:lnTo>
                  <a:pt x="158318" y="36205"/>
                </a:lnTo>
                <a:lnTo>
                  <a:pt x="158318" y="37636"/>
                </a:lnTo>
                <a:lnTo>
                  <a:pt x="148398" y="37636"/>
                </a:lnTo>
                <a:lnTo>
                  <a:pt x="149011" y="38148"/>
                </a:lnTo>
                <a:lnTo>
                  <a:pt x="148193" y="38352"/>
                </a:lnTo>
                <a:lnTo>
                  <a:pt x="148398" y="38455"/>
                </a:lnTo>
                <a:lnTo>
                  <a:pt x="147477" y="38557"/>
                </a:lnTo>
                <a:lnTo>
                  <a:pt x="147273" y="38455"/>
                </a:lnTo>
                <a:lnTo>
                  <a:pt x="147273" y="38455"/>
                </a:lnTo>
                <a:lnTo>
                  <a:pt x="147375" y="38557"/>
                </a:lnTo>
                <a:lnTo>
                  <a:pt x="146761" y="38455"/>
                </a:lnTo>
                <a:lnTo>
                  <a:pt x="146045" y="38864"/>
                </a:lnTo>
                <a:lnTo>
                  <a:pt x="146045" y="38864"/>
                </a:lnTo>
                <a:lnTo>
                  <a:pt x="147580" y="37841"/>
                </a:lnTo>
                <a:lnTo>
                  <a:pt x="148091" y="37943"/>
                </a:lnTo>
                <a:lnTo>
                  <a:pt x="148091" y="37943"/>
                </a:lnTo>
                <a:lnTo>
                  <a:pt x="146864" y="36409"/>
                </a:lnTo>
                <a:lnTo>
                  <a:pt x="147682" y="34364"/>
                </a:lnTo>
                <a:lnTo>
                  <a:pt x="147886" y="33955"/>
                </a:lnTo>
                <a:lnTo>
                  <a:pt x="147886" y="34159"/>
                </a:lnTo>
                <a:lnTo>
                  <a:pt x="148295" y="33545"/>
                </a:lnTo>
                <a:lnTo>
                  <a:pt x="148193" y="33239"/>
                </a:lnTo>
                <a:lnTo>
                  <a:pt x="149523" y="32011"/>
                </a:lnTo>
                <a:lnTo>
                  <a:pt x="149830" y="32114"/>
                </a:lnTo>
                <a:lnTo>
                  <a:pt x="149625" y="31602"/>
                </a:lnTo>
                <a:lnTo>
                  <a:pt x="150443" y="32216"/>
                </a:lnTo>
                <a:lnTo>
                  <a:pt x="149625" y="32318"/>
                </a:lnTo>
                <a:lnTo>
                  <a:pt x="150341" y="32727"/>
                </a:lnTo>
                <a:lnTo>
                  <a:pt x="151159" y="32727"/>
                </a:lnTo>
                <a:lnTo>
                  <a:pt x="151261" y="33034"/>
                </a:lnTo>
                <a:lnTo>
                  <a:pt x="150545" y="33443"/>
                </a:lnTo>
                <a:lnTo>
                  <a:pt x="151466" y="33852"/>
                </a:lnTo>
                <a:lnTo>
                  <a:pt x="151466" y="34364"/>
                </a:lnTo>
                <a:lnTo>
                  <a:pt x="152080" y="34364"/>
                </a:lnTo>
                <a:lnTo>
                  <a:pt x="153102" y="33750"/>
                </a:lnTo>
                <a:lnTo>
                  <a:pt x="153614" y="33852"/>
                </a:lnTo>
                <a:lnTo>
                  <a:pt x="153818" y="33443"/>
                </a:lnTo>
                <a:lnTo>
                  <a:pt x="152795" y="33443"/>
                </a:lnTo>
                <a:lnTo>
                  <a:pt x="152386" y="32830"/>
                </a:lnTo>
                <a:lnTo>
                  <a:pt x="152591" y="32420"/>
                </a:lnTo>
                <a:lnTo>
                  <a:pt x="152489" y="32727"/>
                </a:lnTo>
                <a:lnTo>
                  <a:pt x="152489" y="32727"/>
                </a:lnTo>
                <a:lnTo>
                  <a:pt x="155250" y="31602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31011" y="37943"/>
                </a:moveTo>
                <a:lnTo>
                  <a:pt x="131011" y="38250"/>
                </a:lnTo>
                <a:lnTo>
                  <a:pt x="131216" y="39580"/>
                </a:lnTo>
                <a:lnTo>
                  <a:pt x="132136" y="39682"/>
                </a:lnTo>
                <a:lnTo>
                  <a:pt x="132136" y="37943"/>
                </a:lnTo>
                <a:close/>
                <a:moveTo>
                  <a:pt x="165580" y="31807"/>
                </a:moveTo>
                <a:lnTo>
                  <a:pt x="166091" y="32011"/>
                </a:lnTo>
                <a:lnTo>
                  <a:pt x="166295" y="31909"/>
                </a:lnTo>
                <a:lnTo>
                  <a:pt x="166705" y="31909"/>
                </a:lnTo>
                <a:lnTo>
                  <a:pt x="167420" y="33545"/>
                </a:lnTo>
                <a:lnTo>
                  <a:pt x="165886" y="33545"/>
                </a:lnTo>
                <a:lnTo>
                  <a:pt x="166193" y="34364"/>
                </a:lnTo>
                <a:lnTo>
                  <a:pt x="165273" y="34568"/>
                </a:lnTo>
                <a:lnTo>
                  <a:pt x="165682" y="34670"/>
                </a:lnTo>
                <a:lnTo>
                  <a:pt x="166398" y="35693"/>
                </a:lnTo>
                <a:lnTo>
                  <a:pt x="166705" y="35795"/>
                </a:lnTo>
                <a:lnTo>
                  <a:pt x="166909" y="36000"/>
                </a:lnTo>
                <a:lnTo>
                  <a:pt x="167420" y="36102"/>
                </a:lnTo>
                <a:lnTo>
                  <a:pt x="168136" y="37739"/>
                </a:lnTo>
                <a:lnTo>
                  <a:pt x="168136" y="36818"/>
                </a:lnTo>
                <a:lnTo>
                  <a:pt x="169670" y="37841"/>
                </a:lnTo>
                <a:lnTo>
                  <a:pt x="169466" y="38250"/>
                </a:lnTo>
                <a:lnTo>
                  <a:pt x="168239" y="37841"/>
                </a:lnTo>
                <a:lnTo>
                  <a:pt x="168648" y="39068"/>
                </a:lnTo>
                <a:lnTo>
                  <a:pt x="168955" y="38864"/>
                </a:lnTo>
                <a:lnTo>
                  <a:pt x="169159" y="39273"/>
                </a:lnTo>
                <a:lnTo>
                  <a:pt x="168852" y="39273"/>
                </a:lnTo>
                <a:lnTo>
                  <a:pt x="168852" y="39580"/>
                </a:lnTo>
                <a:lnTo>
                  <a:pt x="169261" y="39682"/>
                </a:lnTo>
                <a:lnTo>
                  <a:pt x="169773" y="42034"/>
                </a:lnTo>
                <a:lnTo>
                  <a:pt x="169977" y="42034"/>
                </a:lnTo>
                <a:lnTo>
                  <a:pt x="169773" y="42136"/>
                </a:lnTo>
                <a:lnTo>
                  <a:pt x="169773" y="42034"/>
                </a:lnTo>
                <a:lnTo>
                  <a:pt x="167420" y="42136"/>
                </a:lnTo>
                <a:lnTo>
                  <a:pt x="165580" y="41114"/>
                </a:lnTo>
                <a:lnTo>
                  <a:pt x="165375" y="39682"/>
                </a:lnTo>
                <a:lnTo>
                  <a:pt x="165375" y="39682"/>
                </a:lnTo>
                <a:lnTo>
                  <a:pt x="165477" y="39886"/>
                </a:lnTo>
                <a:lnTo>
                  <a:pt x="166295" y="38659"/>
                </a:lnTo>
                <a:lnTo>
                  <a:pt x="163227" y="35693"/>
                </a:lnTo>
                <a:lnTo>
                  <a:pt x="163227" y="35080"/>
                </a:lnTo>
                <a:lnTo>
                  <a:pt x="163125" y="35386"/>
                </a:lnTo>
                <a:lnTo>
                  <a:pt x="162307" y="34261"/>
                </a:lnTo>
                <a:lnTo>
                  <a:pt x="162409" y="34057"/>
                </a:lnTo>
                <a:lnTo>
                  <a:pt x="162511" y="34057"/>
                </a:lnTo>
                <a:lnTo>
                  <a:pt x="162614" y="33136"/>
                </a:lnTo>
                <a:lnTo>
                  <a:pt x="162818" y="33239"/>
                </a:lnTo>
                <a:lnTo>
                  <a:pt x="163636" y="32932"/>
                </a:lnTo>
                <a:lnTo>
                  <a:pt x="163534" y="32727"/>
                </a:lnTo>
                <a:lnTo>
                  <a:pt x="163943" y="32523"/>
                </a:lnTo>
                <a:lnTo>
                  <a:pt x="164045" y="32420"/>
                </a:lnTo>
                <a:lnTo>
                  <a:pt x="163943" y="32318"/>
                </a:lnTo>
                <a:lnTo>
                  <a:pt x="165580" y="31807"/>
                </a:lnTo>
                <a:close/>
                <a:moveTo>
                  <a:pt x="137352" y="40602"/>
                </a:moveTo>
                <a:lnTo>
                  <a:pt x="135511" y="40807"/>
                </a:lnTo>
                <a:lnTo>
                  <a:pt x="134898" y="40705"/>
                </a:lnTo>
                <a:lnTo>
                  <a:pt x="137045" y="42239"/>
                </a:lnTo>
                <a:lnTo>
                  <a:pt x="137148" y="41932"/>
                </a:lnTo>
                <a:lnTo>
                  <a:pt x="137045" y="41625"/>
                </a:lnTo>
                <a:lnTo>
                  <a:pt x="137352" y="40602"/>
                </a:lnTo>
                <a:close/>
                <a:moveTo>
                  <a:pt x="146659" y="43670"/>
                </a:moveTo>
                <a:lnTo>
                  <a:pt x="146148" y="43875"/>
                </a:lnTo>
                <a:lnTo>
                  <a:pt x="146250" y="43875"/>
                </a:lnTo>
                <a:lnTo>
                  <a:pt x="146659" y="43670"/>
                </a:lnTo>
                <a:close/>
                <a:moveTo>
                  <a:pt x="144409" y="43364"/>
                </a:moveTo>
                <a:lnTo>
                  <a:pt x="144307" y="43466"/>
                </a:lnTo>
                <a:lnTo>
                  <a:pt x="144307" y="43773"/>
                </a:lnTo>
                <a:lnTo>
                  <a:pt x="145330" y="44080"/>
                </a:lnTo>
                <a:lnTo>
                  <a:pt x="146148" y="43875"/>
                </a:lnTo>
                <a:lnTo>
                  <a:pt x="146045" y="43670"/>
                </a:lnTo>
                <a:lnTo>
                  <a:pt x="144716" y="43568"/>
                </a:lnTo>
                <a:lnTo>
                  <a:pt x="144818" y="43466"/>
                </a:lnTo>
                <a:lnTo>
                  <a:pt x="144409" y="43364"/>
                </a:lnTo>
                <a:close/>
                <a:moveTo>
                  <a:pt x="153614" y="43364"/>
                </a:moveTo>
                <a:lnTo>
                  <a:pt x="151773" y="43977"/>
                </a:lnTo>
                <a:lnTo>
                  <a:pt x="152489" y="44489"/>
                </a:lnTo>
                <a:lnTo>
                  <a:pt x="153307" y="44080"/>
                </a:lnTo>
                <a:lnTo>
                  <a:pt x="153614" y="43466"/>
                </a:lnTo>
                <a:lnTo>
                  <a:pt x="153614" y="43364"/>
                </a:lnTo>
                <a:close/>
                <a:moveTo>
                  <a:pt x="241568" y="37534"/>
                </a:moveTo>
                <a:lnTo>
                  <a:pt x="241261" y="37636"/>
                </a:lnTo>
                <a:lnTo>
                  <a:pt x="241670" y="37739"/>
                </a:lnTo>
                <a:lnTo>
                  <a:pt x="241466" y="38045"/>
                </a:lnTo>
                <a:lnTo>
                  <a:pt x="240955" y="37636"/>
                </a:lnTo>
                <a:lnTo>
                  <a:pt x="241057" y="37943"/>
                </a:lnTo>
                <a:lnTo>
                  <a:pt x="240955" y="38148"/>
                </a:lnTo>
                <a:lnTo>
                  <a:pt x="241261" y="38864"/>
                </a:lnTo>
                <a:lnTo>
                  <a:pt x="241159" y="38864"/>
                </a:lnTo>
                <a:lnTo>
                  <a:pt x="241875" y="40807"/>
                </a:lnTo>
                <a:lnTo>
                  <a:pt x="241670" y="41114"/>
                </a:lnTo>
                <a:lnTo>
                  <a:pt x="241466" y="41727"/>
                </a:lnTo>
                <a:lnTo>
                  <a:pt x="240955" y="42136"/>
                </a:lnTo>
                <a:lnTo>
                  <a:pt x="240443" y="41932"/>
                </a:lnTo>
                <a:lnTo>
                  <a:pt x="240545" y="41420"/>
                </a:lnTo>
                <a:lnTo>
                  <a:pt x="240545" y="41420"/>
                </a:lnTo>
                <a:lnTo>
                  <a:pt x="240136" y="41727"/>
                </a:lnTo>
                <a:lnTo>
                  <a:pt x="240341" y="43261"/>
                </a:lnTo>
                <a:lnTo>
                  <a:pt x="239727" y="43466"/>
                </a:lnTo>
                <a:lnTo>
                  <a:pt x="239420" y="43364"/>
                </a:lnTo>
                <a:lnTo>
                  <a:pt x="237477" y="43977"/>
                </a:lnTo>
                <a:lnTo>
                  <a:pt x="236761" y="45102"/>
                </a:lnTo>
                <a:lnTo>
                  <a:pt x="237886" y="45205"/>
                </a:lnTo>
                <a:lnTo>
                  <a:pt x="237784" y="44795"/>
                </a:lnTo>
                <a:lnTo>
                  <a:pt x="240341" y="44489"/>
                </a:lnTo>
                <a:lnTo>
                  <a:pt x="240239" y="44795"/>
                </a:lnTo>
                <a:lnTo>
                  <a:pt x="240955" y="45614"/>
                </a:lnTo>
                <a:lnTo>
                  <a:pt x="241670" y="44795"/>
                </a:lnTo>
                <a:lnTo>
                  <a:pt x="241261" y="44080"/>
                </a:lnTo>
                <a:lnTo>
                  <a:pt x="241568" y="44386"/>
                </a:lnTo>
                <a:lnTo>
                  <a:pt x="241568" y="44182"/>
                </a:lnTo>
                <a:lnTo>
                  <a:pt x="241670" y="44489"/>
                </a:lnTo>
                <a:lnTo>
                  <a:pt x="242693" y="44489"/>
                </a:lnTo>
                <a:lnTo>
                  <a:pt x="243102" y="43977"/>
                </a:lnTo>
                <a:lnTo>
                  <a:pt x="243307" y="43977"/>
                </a:lnTo>
                <a:lnTo>
                  <a:pt x="243409" y="43773"/>
                </a:lnTo>
                <a:lnTo>
                  <a:pt x="243614" y="43773"/>
                </a:lnTo>
                <a:lnTo>
                  <a:pt x="243511" y="43364"/>
                </a:lnTo>
                <a:lnTo>
                  <a:pt x="243818" y="43466"/>
                </a:lnTo>
                <a:lnTo>
                  <a:pt x="243818" y="43773"/>
                </a:lnTo>
                <a:lnTo>
                  <a:pt x="244023" y="44182"/>
                </a:lnTo>
                <a:lnTo>
                  <a:pt x="244432" y="43261"/>
                </a:lnTo>
                <a:lnTo>
                  <a:pt x="244023" y="42852"/>
                </a:lnTo>
                <a:lnTo>
                  <a:pt x="243205" y="40602"/>
                </a:lnTo>
                <a:lnTo>
                  <a:pt x="243511" y="40500"/>
                </a:lnTo>
                <a:lnTo>
                  <a:pt x="243409" y="39886"/>
                </a:lnTo>
                <a:lnTo>
                  <a:pt x="243409" y="39784"/>
                </a:lnTo>
                <a:lnTo>
                  <a:pt x="241568" y="37534"/>
                </a:lnTo>
                <a:close/>
                <a:moveTo>
                  <a:pt x="238909" y="44795"/>
                </a:moveTo>
                <a:lnTo>
                  <a:pt x="238807" y="45102"/>
                </a:lnTo>
                <a:lnTo>
                  <a:pt x="238398" y="45000"/>
                </a:lnTo>
                <a:lnTo>
                  <a:pt x="238295" y="45307"/>
                </a:lnTo>
                <a:lnTo>
                  <a:pt x="237989" y="45716"/>
                </a:lnTo>
                <a:lnTo>
                  <a:pt x="238398" y="45920"/>
                </a:lnTo>
                <a:lnTo>
                  <a:pt x="238705" y="46330"/>
                </a:lnTo>
                <a:lnTo>
                  <a:pt x="239523" y="45614"/>
                </a:lnTo>
                <a:lnTo>
                  <a:pt x="239830" y="45818"/>
                </a:lnTo>
                <a:lnTo>
                  <a:pt x="240034" y="45307"/>
                </a:lnTo>
                <a:lnTo>
                  <a:pt x="239625" y="44795"/>
                </a:lnTo>
                <a:close/>
                <a:moveTo>
                  <a:pt x="151875" y="47659"/>
                </a:moveTo>
                <a:lnTo>
                  <a:pt x="151773" y="47761"/>
                </a:lnTo>
                <a:lnTo>
                  <a:pt x="152080" y="47864"/>
                </a:lnTo>
                <a:lnTo>
                  <a:pt x="151875" y="47659"/>
                </a:lnTo>
                <a:close/>
                <a:moveTo>
                  <a:pt x="236455" y="45307"/>
                </a:moveTo>
                <a:lnTo>
                  <a:pt x="236045" y="45614"/>
                </a:lnTo>
                <a:lnTo>
                  <a:pt x="236045" y="45818"/>
                </a:lnTo>
                <a:lnTo>
                  <a:pt x="235943" y="45716"/>
                </a:lnTo>
                <a:lnTo>
                  <a:pt x="236352" y="46227"/>
                </a:lnTo>
                <a:lnTo>
                  <a:pt x="236045" y="46023"/>
                </a:lnTo>
                <a:lnTo>
                  <a:pt x="236352" y="46534"/>
                </a:lnTo>
                <a:lnTo>
                  <a:pt x="236659" y="46227"/>
                </a:lnTo>
                <a:lnTo>
                  <a:pt x="236455" y="46023"/>
                </a:lnTo>
                <a:lnTo>
                  <a:pt x="236659" y="46125"/>
                </a:lnTo>
                <a:lnTo>
                  <a:pt x="236966" y="46534"/>
                </a:lnTo>
                <a:lnTo>
                  <a:pt x="237068" y="47761"/>
                </a:lnTo>
                <a:lnTo>
                  <a:pt x="237580" y="47966"/>
                </a:lnTo>
                <a:lnTo>
                  <a:pt x="237580" y="47455"/>
                </a:lnTo>
                <a:lnTo>
                  <a:pt x="237784" y="48170"/>
                </a:lnTo>
                <a:lnTo>
                  <a:pt x="237886" y="47966"/>
                </a:lnTo>
                <a:lnTo>
                  <a:pt x="237886" y="47761"/>
                </a:lnTo>
                <a:lnTo>
                  <a:pt x="238193" y="47761"/>
                </a:lnTo>
                <a:lnTo>
                  <a:pt x="237886" y="45818"/>
                </a:lnTo>
                <a:lnTo>
                  <a:pt x="237580" y="45818"/>
                </a:lnTo>
                <a:lnTo>
                  <a:pt x="237477" y="45409"/>
                </a:lnTo>
                <a:lnTo>
                  <a:pt x="237273" y="45511"/>
                </a:lnTo>
                <a:lnTo>
                  <a:pt x="236864" y="45307"/>
                </a:lnTo>
                <a:close/>
                <a:moveTo>
                  <a:pt x="49602" y="49398"/>
                </a:moveTo>
                <a:lnTo>
                  <a:pt x="49705" y="49500"/>
                </a:lnTo>
                <a:lnTo>
                  <a:pt x="49655" y="49401"/>
                </a:lnTo>
                <a:lnTo>
                  <a:pt x="49655" y="49401"/>
                </a:lnTo>
                <a:lnTo>
                  <a:pt x="49602" y="49398"/>
                </a:lnTo>
                <a:close/>
                <a:moveTo>
                  <a:pt x="53489" y="53386"/>
                </a:moveTo>
                <a:lnTo>
                  <a:pt x="53485" y="53390"/>
                </a:lnTo>
                <a:lnTo>
                  <a:pt x="53485" y="53390"/>
                </a:lnTo>
                <a:lnTo>
                  <a:pt x="53489" y="53489"/>
                </a:lnTo>
                <a:lnTo>
                  <a:pt x="53489" y="53386"/>
                </a:lnTo>
                <a:close/>
                <a:moveTo>
                  <a:pt x="231648" y="54102"/>
                </a:moveTo>
                <a:lnTo>
                  <a:pt x="231239" y="54205"/>
                </a:lnTo>
                <a:lnTo>
                  <a:pt x="230625" y="55739"/>
                </a:lnTo>
                <a:lnTo>
                  <a:pt x="231648" y="57477"/>
                </a:lnTo>
                <a:lnTo>
                  <a:pt x="231852" y="54511"/>
                </a:lnTo>
                <a:lnTo>
                  <a:pt x="231648" y="54102"/>
                </a:lnTo>
                <a:close/>
                <a:moveTo>
                  <a:pt x="46432" y="57886"/>
                </a:moveTo>
                <a:lnTo>
                  <a:pt x="46432" y="57989"/>
                </a:lnTo>
                <a:lnTo>
                  <a:pt x="46636" y="57886"/>
                </a:lnTo>
                <a:close/>
                <a:moveTo>
                  <a:pt x="176216" y="59114"/>
                </a:moveTo>
                <a:lnTo>
                  <a:pt x="176216" y="59114"/>
                </a:lnTo>
                <a:lnTo>
                  <a:pt x="176216" y="59114"/>
                </a:lnTo>
                <a:close/>
                <a:moveTo>
                  <a:pt x="52057" y="56250"/>
                </a:moveTo>
                <a:lnTo>
                  <a:pt x="49193" y="57170"/>
                </a:lnTo>
                <a:lnTo>
                  <a:pt x="49091" y="57375"/>
                </a:lnTo>
                <a:lnTo>
                  <a:pt x="48682" y="57580"/>
                </a:lnTo>
                <a:lnTo>
                  <a:pt x="48989" y="57477"/>
                </a:lnTo>
                <a:lnTo>
                  <a:pt x="48989" y="57682"/>
                </a:lnTo>
                <a:lnTo>
                  <a:pt x="51443" y="56761"/>
                </a:lnTo>
                <a:lnTo>
                  <a:pt x="51443" y="56761"/>
                </a:lnTo>
                <a:lnTo>
                  <a:pt x="51239" y="56966"/>
                </a:lnTo>
                <a:lnTo>
                  <a:pt x="54205" y="57886"/>
                </a:lnTo>
                <a:lnTo>
                  <a:pt x="54307" y="58500"/>
                </a:lnTo>
                <a:lnTo>
                  <a:pt x="55330" y="58807"/>
                </a:lnTo>
                <a:lnTo>
                  <a:pt x="54818" y="59625"/>
                </a:lnTo>
                <a:lnTo>
                  <a:pt x="54818" y="59625"/>
                </a:lnTo>
                <a:lnTo>
                  <a:pt x="57068" y="59420"/>
                </a:lnTo>
                <a:lnTo>
                  <a:pt x="57170" y="59523"/>
                </a:lnTo>
                <a:lnTo>
                  <a:pt x="57886" y="59420"/>
                </a:lnTo>
                <a:lnTo>
                  <a:pt x="57886" y="59114"/>
                </a:lnTo>
                <a:lnTo>
                  <a:pt x="55739" y="58091"/>
                </a:lnTo>
                <a:lnTo>
                  <a:pt x="55534" y="57886"/>
                </a:lnTo>
                <a:lnTo>
                  <a:pt x="55330" y="57784"/>
                </a:lnTo>
                <a:lnTo>
                  <a:pt x="55534" y="57784"/>
                </a:lnTo>
                <a:lnTo>
                  <a:pt x="55125" y="57580"/>
                </a:lnTo>
                <a:lnTo>
                  <a:pt x="55227" y="57682"/>
                </a:lnTo>
                <a:lnTo>
                  <a:pt x="52057" y="56250"/>
                </a:lnTo>
                <a:close/>
                <a:moveTo>
                  <a:pt x="207307" y="59625"/>
                </a:moveTo>
                <a:lnTo>
                  <a:pt x="207307" y="59625"/>
                </a:lnTo>
                <a:lnTo>
                  <a:pt x="207307" y="59625"/>
                </a:lnTo>
                <a:close/>
                <a:moveTo>
                  <a:pt x="222648" y="59420"/>
                </a:moveTo>
                <a:lnTo>
                  <a:pt x="222648" y="59523"/>
                </a:lnTo>
                <a:lnTo>
                  <a:pt x="221625" y="59727"/>
                </a:lnTo>
                <a:lnTo>
                  <a:pt x="221727" y="59727"/>
                </a:lnTo>
                <a:lnTo>
                  <a:pt x="221216" y="60341"/>
                </a:lnTo>
                <a:lnTo>
                  <a:pt x="221727" y="61159"/>
                </a:lnTo>
                <a:lnTo>
                  <a:pt x="222750" y="60852"/>
                </a:lnTo>
                <a:lnTo>
                  <a:pt x="223159" y="59932"/>
                </a:lnTo>
                <a:lnTo>
                  <a:pt x="222648" y="59420"/>
                </a:lnTo>
                <a:close/>
                <a:moveTo>
                  <a:pt x="54511" y="60955"/>
                </a:moveTo>
                <a:lnTo>
                  <a:pt x="54205" y="61057"/>
                </a:lnTo>
                <a:lnTo>
                  <a:pt x="54614" y="61670"/>
                </a:lnTo>
                <a:lnTo>
                  <a:pt x="55023" y="61773"/>
                </a:lnTo>
                <a:lnTo>
                  <a:pt x="55534" y="61568"/>
                </a:lnTo>
                <a:lnTo>
                  <a:pt x="55943" y="61568"/>
                </a:lnTo>
                <a:lnTo>
                  <a:pt x="54511" y="60955"/>
                </a:lnTo>
                <a:close/>
                <a:moveTo>
                  <a:pt x="58602" y="59727"/>
                </a:moveTo>
                <a:lnTo>
                  <a:pt x="59114" y="60034"/>
                </a:lnTo>
                <a:lnTo>
                  <a:pt x="59114" y="60443"/>
                </a:lnTo>
                <a:lnTo>
                  <a:pt x="59420" y="60955"/>
                </a:lnTo>
                <a:lnTo>
                  <a:pt x="59114" y="61057"/>
                </a:lnTo>
                <a:lnTo>
                  <a:pt x="57784" y="60852"/>
                </a:lnTo>
                <a:lnTo>
                  <a:pt x="57580" y="61159"/>
                </a:lnTo>
                <a:lnTo>
                  <a:pt x="57989" y="61466"/>
                </a:lnTo>
                <a:lnTo>
                  <a:pt x="59420" y="61261"/>
                </a:lnTo>
                <a:lnTo>
                  <a:pt x="59932" y="61568"/>
                </a:lnTo>
                <a:lnTo>
                  <a:pt x="60239" y="61875"/>
                </a:lnTo>
                <a:lnTo>
                  <a:pt x="60545" y="61261"/>
                </a:lnTo>
                <a:lnTo>
                  <a:pt x="62693" y="61261"/>
                </a:lnTo>
                <a:lnTo>
                  <a:pt x="63000" y="60750"/>
                </a:lnTo>
                <a:lnTo>
                  <a:pt x="61977" y="60341"/>
                </a:lnTo>
                <a:lnTo>
                  <a:pt x="62284" y="60239"/>
                </a:lnTo>
                <a:lnTo>
                  <a:pt x="58602" y="59727"/>
                </a:lnTo>
                <a:close/>
                <a:moveTo>
                  <a:pt x="208739" y="63614"/>
                </a:moveTo>
                <a:lnTo>
                  <a:pt x="208739" y="63614"/>
                </a:lnTo>
                <a:lnTo>
                  <a:pt x="208739" y="63614"/>
                </a:lnTo>
                <a:close/>
                <a:moveTo>
                  <a:pt x="48989" y="64227"/>
                </a:moveTo>
                <a:lnTo>
                  <a:pt x="48989" y="64330"/>
                </a:lnTo>
                <a:lnTo>
                  <a:pt x="49091" y="64432"/>
                </a:lnTo>
                <a:lnTo>
                  <a:pt x="49091" y="64432"/>
                </a:lnTo>
                <a:lnTo>
                  <a:pt x="48989" y="64227"/>
                </a:lnTo>
                <a:close/>
                <a:moveTo>
                  <a:pt x="44182" y="66375"/>
                </a:moveTo>
                <a:lnTo>
                  <a:pt x="44386" y="66477"/>
                </a:lnTo>
                <a:lnTo>
                  <a:pt x="44386" y="66477"/>
                </a:lnTo>
                <a:lnTo>
                  <a:pt x="44284" y="66375"/>
                </a:lnTo>
                <a:close/>
                <a:moveTo>
                  <a:pt x="232261" y="60955"/>
                </a:moveTo>
                <a:lnTo>
                  <a:pt x="231955" y="61670"/>
                </a:lnTo>
                <a:lnTo>
                  <a:pt x="232159" y="63511"/>
                </a:lnTo>
                <a:lnTo>
                  <a:pt x="231648" y="63307"/>
                </a:lnTo>
                <a:lnTo>
                  <a:pt x="232364" y="64943"/>
                </a:lnTo>
                <a:lnTo>
                  <a:pt x="232568" y="64739"/>
                </a:lnTo>
                <a:lnTo>
                  <a:pt x="232977" y="65148"/>
                </a:lnTo>
                <a:lnTo>
                  <a:pt x="232773" y="65864"/>
                </a:lnTo>
                <a:lnTo>
                  <a:pt x="233591" y="65966"/>
                </a:lnTo>
                <a:lnTo>
                  <a:pt x="233795" y="65659"/>
                </a:lnTo>
                <a:lnTo>
                  <a:pt x="234716" y="66375"/>
                </a:lnTo>
                <a:lnTo>
                  <a:pt x="234409" y="65761"/>
                </a:lnTo>
                <a:lnTo>
                  <a:pt x="236045" y="67091"/>
                </a:lnTo>
                <a:lnTo>
                  <a:pt x="235432" y="65966"/>
                </a:lnTo>
                <a:lnTo>
                  <a:pt x="235739" y="65864"/>
                </a:lnTo>
                <a:lnTo>
                  <a:pt x="235125" y="65659"/>
                </a:lnTo>
                <a:lnTo>
                  <a:pt x="235125" y="65864"/>
                </a:lnTo>
                <a:lnTo>
                  <a:pt x="234511" y="65352"/>
                </a:lnTo>
                <a:lnTo>
                  <a:pt x="234205" y="65455"/>
                </a:lnTo>
                <a:lnTo>
                  <a:pt x="234307" y="65659"/>
                </a:lnTo>
                <a:lnTo>
                  <a:pt x="233284" y="64330"/>
                </a:lnTo>
                <a:lnTo>
                  <a:pt x="233489" y="63511"/>
                </a:lnTo>
                <a:lnTo>
                  <a:pt x="233795" y="63205"/>
                </a:lnTo>
                <a:lnTo>
                  <a:pt x="233591" y="61159"/>
                </a:lnTo>
                <a:lnTo>
                  <a:pt x="233284" y="61261"/>
                </a:lnTo>
                <a:lnTo>
                  <a:pt x="232261" y="60955"/>
                </a:lnTo>
                <a:close/>
                <a:moveTo>
                  <a:pt x="236045" y="67091"/>
                </a:moveTo>
                <a:lnTo>
                  <a:pt x="236045" y="67091"/>
                </a:lnTo>
                <a:lnTo>
                  <a:pt x="236045" y="67091"/>
                </a:lnTo>
                <a:close/>
                <a:moveTo>
                  <a:pt x="232670" y="66170"/>
                </a:moveTo>
                <a:lnTo>
                  <a:pt x="233693" y="67398"/>
                </a:lnTo>
                <a:lnTo>
                  <a:pt x="233693" y="66580"/>
                </a:lnTo>
                <a:lnTo>
                  <a:pt x="233080" y="66170"/>
                </a:lnTo>
                <a:close/>
                <a:moveTo>
                  <a:pt x="222750" y="67705"/>
                </a:moveTo>
                <a:lnTo>
                  <a:pt x="222750" y="67705"/>
                </a:lnTo>
                <a:lnTo>
                  <a:pt x="222750" y="67705"/>
                </a:lnTo>
                <a:close/>
                <a:moveTo>
                  <a:pt x="222750" y="67705"/>
                </a:moveTo>
                <a:lnTo>
                  <a:pt x="222737" y="67743"/>
                </a:lnTo>
                <a:lnTo>
                  <a:pt x="222750" y="67807"/>
                </a:lnTo>
                <a:lnTo>
                  <a:pt x="222750" y="67705"/>
                </a:lnTo>
                <a:close/>
                <a:moveTo>
                  <a:pt x="235330" y="67091"/>
                </a:moveTo>
                <a:lnTo>
                  <a:pt x="235330" y="67807"/>
                </a:lnTo>
                <a:lnTo>
                  <a:pt x="235739" y="67602"/>
                </a:lnTo>
                <a:lnTo>
                  <a:pt x="236148" y="67909"/>
                </a:lnTo>
                <a:lnTo>
                  <a:pt x="235534" y="67193"/>
                </a:lnTo>
                <a:lnTo>
                  <a:pt x="235330" y="67091"/>
                </a:lnTo>
                <a:close/>
                <a:moveTo>
                  <a:pt x="236250" y="67091"/>
                </a:moveTo>
                <a:lnTo>
                  <a:pt x="237068" y="68420"/>
                </a:lnTo>
                <a:lnTo>
                  <a:pt x="237682" y="68625"/>
                </a:lnTo>
                <a:lnTo>
                  <a:pt x="237784" y="68625"/>
                </a:lnTo>
                <a:lnTo>
                  <a:pt x="237170" y="67295"/>
                </a:lnTo>
                <a:lnTo>
                  <a:pt x="236250" y="67091"/>
                </a:lnTo>
                <a:close/>
                <a:moveTo>
                  <a:pt x="234307" y="67807"/>
                </a:moveTo>
                <a:lnTo>
                  <a:pt x="234205" y="67909"/>
                </a:lnTo>
                <a:lnTo>
                  <a:pt x="234409" y="68011"/>
                </a:lnTo>
                <a:lnTo>
                  <a:pt x="234409" y="69341"/>
                </a:lnTo>
                <a:lnTo>
                  <a:pt x="235330" y="68420"/>
                </a:lnTo>
                <a:lnTo>
                  <a:pt x="234307" y="67807"/>
                </a:lnTo>
                <a:close/>
                <a:moveTo>
                  <a:pt x="236455" y="68216"/>
                </a:moveTo>
                <a:lnTo>
                  <a:pt x="236557" y="68625"/>
                </a:lnTo>
                <a:lnTo>
                  <a:pt x="236864" y="68932"/>
                </a:lnTo>
                <a:lnTo>
                  <a:pt x="237170" y="69750"/>
                </a:lnTo>
                <a:lnTo>
                  <a:pt x="237170" y="69341"/>
                </a:lnTo>
                <a:lnTo>
                  <a:pt x="237273" y="69545"/>
                </a:lnTo>
                <a:lnTo>
                  <a:pt x="237273" y="69443"/>
                </a:lnTo>
                <a:lnTo>
                  <a:pt x="237273" y="69136"/>
                </a:lnTo>
                <a:lnTo>
                  <a:pt x="237170" y="68932"/>
                </a:lnTo>
                <a:lnTo>
                  <a:pt x="236966" y="68318"/>
                </a:lnTo>
                <a:lnTo>
                  <a:pt x="236761" y="68420"/>
                </a:lnTo>
                <a:lnTo>
                  <a:pt x="236455" y="68216"/>
                </a:lnTo>
                <a:close/>
                <a:moveTo>
                  <a:pt x="193091" y="69852"/>
                </a:moveTo>
                <a:lnTo>
                  <a:pt x="193295" y="70261"/>
                </a:lnTo>
                <a:lnTo>
                  <a:pt x="193160" y="69965"/>
                </a:lnTo>
                <a:lnTo>
                  <a:pt x="193091" y="69852"/>
                </a:lnTo>
                <a:close/>
                <a:moveTo>
                  <a:pt x="235636" y="68830"/>
                </a:moveTo>
                <a:lnTo>
                  <a:pt x="235227" y="69034"/>
                </a:lnTo>
                <a:lnTo>
                  <a:pt x="235125" y="69239"/>
                </a:lnTo>
                <a:lnTo>
                  <a:pt x="235227" y="69648"/>
                </a:lnTo>
                <a:lnTo>
                  <a:pt x="234818" y="69955"/>
                </a:lnTo>
                <a:lnTo>
                  <a:pt x="235636" y="70670"/>
                </a:lnTo>
                <a:lnTo>
                  <a:pt x="235636" y="68830"/>
                </a:lnTo>
                <a:close/>
                <a:moveTo>
                  <a:pt x="232057" y="68420"/>
                </a:moveTo>
                <a:lnTo>
                  <a:pt x="230318" y="71284"/>
                </a:lnTo>
                <a:lnTo>
                  <a:pt x="230318" y="71386"/>
                </a:lnTo>
                <a:lnTo>
                  <a:pt x="232261" y="69341"/>
                </a:lnTo>
                <a:lnTo>
                  <a:pt x="232057" y="68420"/>
                </a:lnTo>
                <a:close/>
                <a:moveTo>
                  <a:pt x="196568" y="70159"/>
                </a:moveTo>
                <a:lnTo>
                  <a:pt x="196364" y="71795"/>
                </a:lnTo>
                <a:lnTo>
                  <a:pt x="196364" y="72000"/>
                </a:lnTo>
                <a:lnTo>
                  <a:pt x="197591" y="73739"/>
                </a:lnTo>
                <a:lnTo>
                  <a:pt x="198102" y="72102"/>
                </a:lnTo>
                <a:lnTo>
                  <a:pt x="196875" y="70261"/>
                </a:lnTo>
                <a:lnTo>
                  <a:pt x="196568" y="70159"/>
                </a:lnTo>
                <a:close/>
                <a:moveTo>
                  <a:pt x="237580" y="70261"/>
                </a:moveTo>
                <a:lnTo>
                  <a:pt x="237580" y="70773"/>
                </a:lnTo>
                <a:lnTo>
                  <a:pt x="237068" y="70977"/>
                </a:lnTo>
                <a:lnTo>
                  <a:pt x="237068" y="71182"/>
                </a:lnTo>
                <a:lnTo>
                  <a:pt x="236761" y="71182"/>
                </a:lnTo>
                <a:lnTo>
                  <a:pt x="236659" y="71591"/>
                </a:lnTo>
                <a:lnTo>
                  <a:pt x="236250" y="71795"/>
                </a:lnTo>
                <a:lnTo>
                  <a:pt x="236148" y="71182"/>
                </a:lnTo>
                <a:lnTo>
                  <a:pt x="235739" y="71284"/>
                </a:lnTo>
                <a:lnTo>
                  <a:pt x="235432" y="71693"/>
                </a:lnTo>
                <a:lnTo>
                  <a:pt x="234818" y="71898"/>
                </a:lnTo>
                <a:lnTo>
                  <a:pt x="234818" y="72818"/>
                </a:lnTo>
                <a:lnTo>
                  <a:pt x="235227" y="72000"/>
                </a:lnTo>
                <a:lnTo>
                  <a:pt x="235636" y="72102"/>
                </a:lnTo>
                <a:lnTo>
                  <a:pt x="235943" y="72409"/>
                </a:lnTo>
                <a:lnTo>
                  <a:pt x="236045" y="72000"/>
                </a:lnTo>
                <a:lnTo>
                  <a:pt x="236455" y="72205"/>
                </a:lnTo>
                <a:lnTo>
                  <a:pt x="236557" y="73125"/>
                </a:lnTo>
                <a:lnTo>
                  <a:pt x="237580" y="73943"/>
                </a:lnTo>
                <a:lnTo>
                  <a:pt x="237682" y="73841"/>
                </a:lnTo>
                <a:lnTo>
                  <a:pt x="237682" y="74045"/>
                </a:lnTo>
                <a:lnTo>
                  <a:pt x="238091" y="73841"/>
                </a:lnTo>
                <a:lnTo>
                  <a:pt x="237784" y="73227"/>
                </a:lnTo>
                <a:lnTo>
                  <a:pt x="237989" y="72614"/>
                </a:lnTo>
                <a:lnTo>
                  <a:pt x="238295" y="72818"/>
                </a:lnTo>
                <a:lnTo>
                  <a:pt x="238500" y="73534"/>
                </a:lnTo>
                <a:lnTo>
                  <a:pt x="238500" y="73023"/>
                </a:lnTo>
                <a:lnTo>
                  <a:pt x="238807" y="72614"/>
                </a:lnTo>
                <a:lnTo>
                  <a:pt x="238500" y="71284"/>
                </a:lnTo>
                <a:lnTo>
                  <a:pt x="238398" y="71182"/>
                </a:lnTo>
                <a:lnTo>
                  <a:pt x="238500" y="70977"/>
                </a:lnTo>
                <a:lnTo>
                  <a:pt x="238295" y="70466"/>
                </a:lnTo>
                <a:lnTo>
                  <a:pt x="237580" y="70261"/>
                </a:lnTo>
                <a:close/>
                <a:moveTo>
                  <a:pt x="240443" y="77727"/>
                </a:moveTo>
                <a:lnTo>
                  <a:pt x="240034" y="78545"/>
                </a:lnTo>
                <a:lnTo>
                  <a:pt x="240136" y="80284"/>
                </a:lnTo>
                <a:lnTo>
                  <a:pt x="240852" y="81000"/>
                </a:lnTo>
                <a:lnTo>
                  <a:pt x="240341" y="79568"/>
                </a:lnTo>
                <a:lnTo>
                  <a:pt x="241261" y="79773"/>
                </a:lnTo>
                <a:lnTo>
                  <a:pt x="240750" y="79057"/>
                </a:lnTo>
                <a:lnTo>
                  <a:pt x="241057" y="78852"/>
                </a:lnTo>
                <a:lnTo>
                  <a:pt x="241057" y="78545"/>
                </a:lnTo>
                <a:lnTo>
                  <a:pt x="240136" y="78955"/>
                </a:lnTo>
                <a:lnTo>
                  <a:pt x="240443" y="78648"/>
                </a:lnTo>
                <a:lnTo>
                  <a:pt x="240443" y="78341"/>
                </a:lnTo>
                <a:lnTo>
                  <a:pt x="240341" y="78136"/>
                </a:lnTo>
                <a:lnTo>
                  <a:pt x="240443" y="77727"/>
                </a:lnTo>
                <a:close/>
                <a:moveTo>
                  <a:pt x="79875" y="80284"/>
                </a:moveTo>
                <a:lnTo>
                  <a:pt x="78136" y="80591"/>
                </a:lnTo>
                <a:lnTo>
                  <a:pt x="78136" y="81511"/>
                </a:lnTo>
                <a:lnTo>
                  <a:pt x="78443" y="81818"/>
                </a:lnTo>
                <a:lnTo>
                  <a:pt x="79466" y="81511"/>
                </a:lnTo>
                <a:lnTo>
                  <a:pt x="80080" y="80693"/>
                </a:lnTo>
                <a:lnTo>
                  <a:pt x="79875" y="80284"/>
                </a:lnTo>
                <a:close/>
                <a:moveTo>
                  <a:pt x="261102" y="82636"/>
                </a:moveTo>
                <a:lnTo>
                  <a:pt x="261000" y="82841"/>
                </a:lnTo>
                <a:lnTo>
                  <a:pt x="261205" y="82943"/>
                </a:lnTo>
                <a:lnTo>
                  <a:pt x="261307" y="82943"/>
                </a:lnTo>
                <a:lnTo>
                  <a:pt x="261102" y="82636"/>
                </a:lnTo>
                <a:close/>
                <a:moveTo>
                  <a:pt x="220500" y="81818"/>
                </a:moveTo>
                <a:lnTo>
                  <a:pt x="219784" y="81920"/>
                </a:lnTo>
                <a:lnTo>
                  <a:pt x="219886" y="82227"/>
                </a:lnTo>
                <a:lnTo>
                  <a:pt x="220295" y="82534"/>
                </a:lnTo>
                <a:lnTo>
                  <a:pt x="220295" y="82841"/>
                </a:lnTo>
                <a:lnTo>
                  <a:pt x="221011" y="83148"/>
                </a:lnTo>
                <a:lnTo>
                  <a:pt x="221114" y="82636"/>
                </a:lnTo>
                <a:lnTo>
                  <a:pt x="220500" y="81818"/>
                </a:lnTo>
                <a:close/>
                <a:moveTo>
                  <a:pt x="222034" y="82636"/>
                </a:moveTo>
                <a:lnTo>
                  <a:pt x="221830" y="83045"/>
                </a:lnTo>
                <a:lnTo>
                  <a:pt x="221830" y="83352"/>
                </a:lnTo>
                <a:lnTo>
                  <a:pt x="222341" y="83148"/>
                </a:lnTo>
                <a:lnTo>
                  <a:pt x="222034" y="82636"/>
                </a:lnTo>
                <a:close/>
                <a:moveTo>
                  <a:pt x="240443" y="83352"/>
                </a:moveTo>
                <a:lnTo>
                  <a:pt x="240239" y="83659"/>
                </a:lnTo>
                <a:lnTo>
                  <a:pt x="240239" y="83659"/>
                </a:lnTo>
                <a:lnTo>
                  <a:pt x="240545" y="83352"/>
                </a:lnTo>
                <a:close/>
                <a:moveTo>
                  <a:pt x="240852" y="82943"/>
                </a:moveTo>
                <a:lnTo>
                  <a:pt x="240545" y="83352"/>
                </a:lnTo>
                <a:lnTo>
                  <a:pt x="240750" y="83557"/>
                </a:lnTo>
                <a:lnTo>
                  <a:pt x="241261" y="83455"/>
                </a:lnTo>
                <a:lnTo>
                  <a:pt x="241670" y="83557"/>
                </a:lnTo>
                <a:lnTo>
                  <a:pt x="241977" y="83455"/>
                </a:lnTo>
                <a:lnTo>
                  <a:pt x="242898" y="83966"/>
                </a:lnTo>
                <a:lnTo>
                  <a:pt x="241568" y="82943"/>
                </a:lnTo>
                <a:close/>
                <a:moveTo>
                  <a:pt x="230011" y="72818"/>
                </a:moveTo>
                <a:lnTo>
                  <a:pt x="228989" y="74250"/>
                </a:lnTo>
                <a:lnTo>
                  <a:pt x="228989" y="74761"/>
                </a:lnTo>
                <a:lnTo>
                  <a:pt x="228477" y="74966"/>
                </a:lnTo>
                <a:lnTo>
                  <a:pt x="228477" y="74864"/>
                </a:lnTo>
                <a:lnTo>
                  <a:pt x="227557" y="75375"/>
                </a:lnTo>
                <a:lnTo>
                  <a:pt x="227045" y="76398"/>
                </a:lnTo>
                <a:lnTo>
                  <a:pt x="225409" y="77216"/>
                </a:lnTo>
                <a:lnTo>
                  <a:pt x="225307" y="77420"/>
                </a:lnTo>
                <a:lnTo>
                  <a:pt x="225205" y="77523"/>
                </a:lnTo>
                <a:lnTo>
                  <a:pt x="225205" y="78648"/>
                </a:lnTo>
                <a:lnTo>
                  <a:pt x="223670" y="77932"/>
                </a:lnTo>
                <a:lnTo>
                  <a:pt x="223159" y="78750"/>
                </a:lnTo>
                <a:lnTo>
                  <a:pt x="223261" y="78750"/>
                </a:lnTo>
                <a:lnTo>
                  <a:pt x="224182" y="83045"/>
                </a:lnTo>
                <a:lnTo>
                  <a:pt x="225511" y="83045"/>
                </a:lnTo>
                <a:lnTo>
                  <a:pt x="225818" y="83659"/>
                </a:lnTo>
                <a:lnTo>
                  <a:pt x="226023" y="83455"/>
                </a:lnTo>
                <a:lnTo>
                  <a:pt x="226330" y="83557"/>
                </a:lnTo>
                <a:lnTo>
                  <a:pt x="226739" y="83045"/>
                </a:lnTo>
                <a:lnTo>
                  <a:pt x="227352" y="83557"/>
                </a:lnTo>
                <a:lnTo>
                  <a:pt x="227966" y="83352"/>
                </a:lnTo>
                <a:lnTo>
                  <a:pt x="228068" y="83557"/>
                </a:lnTo>
                <a:lnTo>
                  <a:pt x="228375" y="84273"/>
                </a:lnTo>
                <a:lnTo>
                  <a:pt x="229398" y="83659"/>
                </a:lnTo>
                <a:lnTo>
                  <a:pt x="229705" y="83250"/>
                </a:lnTo>
                <a:lnTo>
                  <a:pt x="229602" y="83045"/>
                </a:lnTo>
                <a:lnTo>
                  <a:pt x="229807" y="82739"/>
                </a:lnTo>
                <a:lnTo>
                  <a:pt x="229705" y="81920"/>
                </a:lnTo>
                <a:lnTo>
                  <a:pt x="230216" y="81102"/>
                </a:lnTo>
                <a:lnTo>
                  <a:pt x="230523" y="81102"/>
                </a:lnTo>
                <a:lnTo>
                  <a:pt x="231239" y="78955"/>
                </a:lnTo>
                <a:lnTo>
                  <a:pt x="231852" y="79159"/>
                </a:lnTo>
                <a:lnTo>
                  <a:pt x="232159" y="79159"/>
                </a:lnTo>
                <a:lnTo>
                  <a:pt x="232057" y="78955"/>
                </a:lnTo>
                <a:lnTo>
                  <a:pt x="231136" y="77932"/>
                </a:lnTo>
                <a:lnTo>
                  <a:pt x="231034" y="77114"/>
                </a:lnTo>
                <a:lnTo>
                  <a:pt x="230932" y="77011"/>
                </a:lnTo>
                <a:lnTo>
                  <a:pt x="230420" y="76295"/>
                </a:lnTo>
                <a:lnTo>
                  <a:pt x="230830" y="76193"/>
                </a:lnTo>
                <a:lnTo>
                  <a:pt x="230932" y="76091"/>
                </a:lnTo>
                <a:lnTo>
                  <a:pt x="230932" y="75580"/>
                </a:lnTo>
                <a:lnTo>
                  <a:pt x="231750" y="75580"/>
                </a:lnTo>
                <a:lnTo>
                  <a:pt x="231443" y="74864"/>
                </a:lnTo>
                <a:lnTo>
                  <a:pt x="232261" y="74761"/>
                </a:lnTo>
                <a:lnTo>
                  <a:pt x="231136" y="73841"/>
                </a:lnTo>
                <a:lnTo>
                  <a:pt x="230727" y="73943"/>
                </a:lnTo>
                <a:lnTo>
                  <a:pt x="230420" y="72920"/>
                </a:lnTo>
                <a:lnTo>
                  <a:pt x="230011" y="73227"/>
                </a:lnTo>
                <a:lnTo>
                  <a:pt x="230011" y="72818"/>
                </a:lnTo>
                <a:close/>
                <a:moveTo>
                  <a:pt x="261307" y="82943"/>
                </a:moveTo>
                <a:lnTo>
                  <a:pt x="262841" y="84989"/>
                </a:lnTo>
                <a:lnTo>
                  <a:pt x="262330" y="83761"/>
                </a:lnTo>
                <a:lnTo>
                  <a:pt x="261307" y="82943"/>
                </a:lnTo>
                <a:close/>
                <a:moveTo>
                  <a:pt x="237682" y="78239"/>
                </a:moveTo>
                <a:lnTo>
                  <a:pt x="237170" y="78852"/>
                </a:lnTo>
                <a:lnTo>
                  <a:pt x="234614" y="78955"/>
                </a:lnTo>
                <a:lnTo>
                  <a:pt x="234409" y="78750"/>
                </a:lnTo>
                <a:lnTo>
                  <a:pt x="233489" y="79057"/>
                </a:lnTo>
                <a:lnTo>
                  <a:pt x="232977" y="79875"/>
                </a:lnTo>
                <a:lnTo>
                  <a:pt x="232977" y="80080"/>
                </a:lnTo>
                <a:lnTo>
                  <a:pt x="232875" y="80182"/>
                </a:lnTo>
                <a:lnTo>
                  <a:pt x="232977" y="80898"/>
                </a:lnTo>
                <a:lnTo>
                  <a:pt x="232875" y="80693"/>
                </a:lnTo>
                <a:lnTo>
                  <a:pt x="232057" y="83455"/>
                </a:lnTo>
                <a:lnTo>
                  <a:pt x="232364" y="83659"/>
                </a:lnTo>
                <a:lnTo>
                  <a:pt x="232568" y="83864"/>
                </a:lnTo>
                <a:lnTo>
                  <a:pt x="232670" y="85909"/>
                </a:lnTo>
                <a:lnTo>
                  <a:pt x="233386" y="85807"/>
                </a:lnTo>
                <a:lnTo>
                  <a:pt x="233591" y="82841"/>
                </a:lnTo>
                <a:lnTo>
                  <a:pt x="234409" y="84784"/>
                </a:lnTo>
                <a:lnTo>
                  <a:pt x="235636" y="84375"/>
                </a:lnTo>
                <a:lnTo>
                  <a:pt x="235125" y="83761"/>
                </a:lnTo>
                <a:lnTo>
                  <a:pt x="235227" y="83148"/>
                </a:lnTo>
                <a:lnTo>
                  <a:pt x="234409" y="82023"/>
                </a:lnTo>
                <a:lnTo>
                  <a:pt x="234614" y="82023"/>
                </a:lnTo>
                <a:lnTo>
                  <a:pt x="235739" y="81000"/>
                </a:lnTo>
                <a:lnTo>
                  <a:pt x="236148" y="81102"/>
                </a:lnTo>
                <a:lnTo>
                  <a:pt x="235739" y="80693"/>
                </a:lnTo>
                <a:lnTo>
                  <a:pt x="235739" y="80795"/>
                </a:lnTo>
                <a:lnTo>
                  <a:pt x="233591" y="81205"/>
                </a:lnTo>
                <a:lnTo>
                  <a:pt x="233284" y="80693"/>
                </a:lnTo>
                <a:lnTo>
                  <a:pt x="233182" y="80182"/>
                </a:lnTo>
                <a:lnTo>
                  <a:pt x="235943" y="79568"/>
                </a:lnTo>
                <a:lnTo>
                  <a:pt x="236455" y="79773"/>
                </a:lnTo>
                <a:lnTo>
                  <a:pt x="236966" y="79670"/>
                </a:lnTo>
                <a:lnTo>
                  <a:pt x="237580" y="79057"/>
                </a:lnTo>
                <a:lnTo>
                  <a:pt x="237682" y="78239"/>
                </a:lnTo>
                <a:close/>
                <a:moveTo>
                  <a:pt x="210580" y="74659"/>
                </a:moveTo>
                <a:lnTo>
                  <a:pt x="219068" y="86114"/>
                </a:lnTo>
                <a:lnTo>
                  <a:pt x="219068" y="85705"/>
                </a:lnTo>
                <a:lnTo>
                  <a:pt x="219989" y="86011"/>
                </a:lnTo>
                <a:lnTo>
                  <a:pt x="220398" y="83250"/>
                </a:lnTo>
                <a:lnTo>
                  <a:pt x="219273" y="82636"/>
                </a:lnTo>
                <a:lnTo>
                  <a:pt x="218966" y="81102"/>
                </a:lnTo>
                <a:lnTo>
                  <a:pt x="218352" y="80898"/>
                </a:lnTo>
                <a:lnTo>
                  <a:pt x="218148" y="80489"/>
                </a:lnTo>
                <a:lnTo>
                  <a:pt x="218455" y="79977"/>
                </a:lnTo>
                <a:lnTo>
                  <a:pt x="218045" y="79466"/>
                </a:lnTo>
                <a:lnTo>
                  <a:pt x="217330" y="79773"/>
                </a:lnTo>
                <a:lnTo>
                  <a:pt x="217739" y="79568"/>
                </a:lnTo>
                <a:lnTo>
                  <a:pt x="216102" y="77830"/>
                </a:lnTo>
                <a:lnTo>
                  <a:pt x="215795" y="78034"/>
                </a:lnTo>
                <a:lnTo>
                  <a:pt x="212625" y="74659"/>
                </a:lnTo>
                <a:close/>
                <a:moveTo>
                  <a:pt x="246170" y="85602"/>
                </a:moveTo>
                <a:lnTo>
                  <a:pt x="245864" y="85909"/>
                </a:lnTo>
                <a:lnTo>
                  <a:pt x="245761" y="86216"/>
                </a:lnTo>
                <a:lnTo>
                  <a:pt x="246273" y="86523"/>
                </a:lnTo>
                <a:lnTo>
                  <a:pt x="246375" y="86011"/>
                </a:lnTo>
                <a:lnTo>
                  <a:pt x="246170" y="85602"/>
                </a:lnTo>
                <a:close/>
                <a:moveTo>
                  <a:pt x="261818" y="84375"/>
                </a:moveTo>
                <a:lnTo>
                  <a:pt x="261716" y="84886"/>
                </a:lnTo>
                <a:lnTo>
                  <a:pt x="260693" y="85705"/>
                </a:lnTo>
                <a:lnTo>
                  <a:pt x="260386" y="85705"/>
                </a:lnTo>
                <a:lnTo>
                  <a:pt x="260284" y="85193"/>
                </a:lnTo>
                <a:lnTo>
                  <a:pt x="260080" y="85705"/>
                </a:lnTo>
                <a:lnTo>
                  <a:pt x="258648" y="85909"/>
                </a:lnTo>
                <a:lnTo>
                  <a:pt x="259773" y="86523"/>
                </a:lnTo>
                <a:lnTo>
                  <a:pt x="262125" y="85500"/>
                </a:lnTo>
                <a:lnTo>
                  <a:pt x="262023" y="85295"/>
                </a:lnTo>
                <a:lnTo>
                  <a:pt x="262227" y="85193"/>
                </a:lnTo>
                <a:lnTo>
                  <a:pt x="262432" y="84477"/>
                </a:lnTo>
                <a:lnTo>
                  <a:pt x="261818" y="84375"/>
                </a:lnTo>
                <a:close/>
                <a:moveTo>
                  <a:pt x="249239" y="87852"/>
                </a:moveTo>
                <a:lnTo>
                  <a:pt x="248727" y="88670"/>
                </a:lnTo>
                <a:lnTo>
                  <a:pt x="249648" y="88466"/>
                </a:lnTo>
                <a:lnTo>
                  <a:pt x="249239" y="87852"/>
                </a:lnTo>
                <a:close/>
                <a:moveTo>
                  <a:pt x="220500" y="86216"/>
                </a:moveTo>
                <a:lnTo>
                  <a:pt x="219682" y="86932"/>
                </a:lnTo>
                <a:lnTo>
                  <a:pt x="219784" y="87136"/>
                </a:lnTo>
                <a:lnTo>
                  <a:pt x="227250" y="88875"/>
                </a:lnTo>
                <a:lnTo>
                  <a:pt x="227761" y="88977"/>
                </a:lnTo>
                <a:lnTo>
                  <a:pt x="227761" y="88057"/>
                </a:lnTo>
                <a:lnTo>
                  <a:pt x="226330" y="87648"/>
                </a:lnTo>
                <a:lnTo>
                  <a:pt x="226125" y="87136"/>
                </a:lnTo>
                <a:lnTo>
                  <a:pt x="224591" y="86727"/>
                </a:lnTo>
                <a:lnTo>
                  <a:pt x="224284" y="87136"/>
                </a:lnTo>
                <a:lnTo>
                  <a:pt x="222648" y="87034"/>
                </a:lnTo>
                <a:lnTo>
                  <a:pt x="222239" y="86523"/>
                </a:lnTo>
                <a:lnTo>
                  <a:pt x="220500" y="86216"/>
                </a:lnTo>
                <a:close/>
                <a:moveTo>
                  <a:pt x="227761" y="88364"/>
                </a:moveTo>
                <a:lnTo>
                  <a:pt x="228273" y="89080"/>
                </a:lnTo>
                <a:lnTo>
                  <a:pt x="228886" y="88670"/>
                </a:lnTo>
                <a:lnTo>
                  <a:pt x="228375" y="88364"/>
                </a:lnTo>
                <a:close/>
                <a:moveTo>
                  <a:pt x="229398" y="88568"/>
                </a:moveTo>
                <a:lnTo>
                  <a:pt x="228989" y="88977"/>
                </a:lnTo>
                <a:lnTo>
                  <a:pt x="229705" y="89182"/>
                </a:lnTo>
                <a:lnTo>
                  <a:pt x="229807" y="88670"/>
                </a:lnTo>
                <a:lnTo>
                  <a:pt x="229398" y="88568"/>
                </a:lnTo>
                <a:close/>
                <a:moveTo>
                  <a:pt x="235432" y="88466"/>
                </a:moveTo>
                <a:lnTo>
                  <a:pt x="234920" y="88875"/>
                </a:lnTo>
                <a:lnTo>
                  <a:pt x="233182" y="88568"/>
                </a:lnTo>
                <a:lnTo>
                  <a:pt x="232670" y="88670"/>
                </a:lnTo>
                <a:lnTo>
                  <a:pt x="232670" y="89182"/>
                </a:lnTo>
                <a:lnTo>
                  <a:pt x="234716" y="88977"/>
                </a:lnTo>
                <a:lnTo>
                  <a:pt x="235330" y="88773"/>
                </a:lnTo>
                <a:lnTo>
                  <a:pt x="235534" y="88466"/>
                </a:lnTo>
                <a:close/>
                <a:moveTo>
                  <a:pt x="230932" y="88364"/>
                </a:moveTo>
                <a:lnTo>
                  <a:pt x="230727" y="88568"/>
                </a:lnTo>
                <a:lnTo>
                  <a:pt x="231034" y="88977"/>
                </a:lnTo>
                <a:lnTo>
                  <a:pt x="231034" y="88977"/>
                </a:lnTo>
                <a:lnTo>
                  <a:pt x="230420" y="88670"/>
                </a:lnTo>
                <a:lnTo>
                  <a:pt x="230011" y="89386"/>
                </a:lnTo>
                <a:lnTo>
                  <a:pt x="231341" y="88977"/>
                </a:lnTo>
                <a:lnTo>
                  <a:pt x="231750" y="89080"/>
                </a:lnTo>
                <a:lnTo>
                  <a:pt x="231648" y="88977"/>
                </a:lnTo>
                <a:lnTo>
                  <a:pt x="231750" y="88977"/>
                </a:lnTo>
                <a:lnTo>
                  <a:pt x="231648" y="88670"/>
                </a:lnTo>
                <a:lnTo>
                  <a:pt x="231239" y="88568"/>
                </a:lnTo>
                <a:lnTo>
                  <a:pt x="230932" y="88364"/>
                </a:lnTo>
                <a:close/>
                <a:moveTo>
                  <a:pt x="232670" y="89591"/>
                </a:moveTo>
                <a:lnTo>
                  <a:pt x="231750" y="89898"/>
                </a:lnTo>
                <a:lnTo>
                  <a:pt x="232670" y="90409"/>
                </a:lnTo>
                <a:lnTo>
                  <a:pt x="233284" y="90205"/>
                </a:lnTo>
                <a:lnTo>
                  <a:pt x="232670" y="89591"/>
                </a:lnTo>
                <a:close/>
                <a:moveTo>
                  <a:pt x="239420" y="88670"/>
                </a:moveTo>
                <a:lnTo>
                  <a:pt x="237989" y="88773"/>
                </a:lnTo>
                <a:lnTo>
                  <a:pt x="235943" y="90102"/>
                </a:lnTo>
                <a:lnTo>
                  <a:pt x="235943" y="90511"/>
                </a:lnTo>
                <a:lnTo>
                  <a:pt x="237068" y="90102"/>
                </a:lnTo>
                <a:lnTo>
                  <a:pt x="239420" y="88670"/>
                </a:lnTo>
                <a:close/>
                <a:moveTo>
                  <a:pt x="244636" y="80386"/>
                </a:moveTo>
                <a:lnTo>
                  <a:pt x="243205" y="81409"/>
                </a:lnTo>
                <a:lnTo>
                  <a:pt x="243920" y="81614"/>
                </a:lnTo>
                <a:lnTo>
                  <a:pt x="244125" y="82125"/>
                </a:lnTo>
                <a:lnTo>
                  <a:pt x="244432" y="82330"/>
                </a:lnTo>
                <a:lnTo>
                  <a:pt x="245761" y="82227"/>
                </a:lnTo>
                <a:lnTo>
                  <a:pt x="245557" y="82739"/>
                </a:lnTo>
                <a:lnTo>
                  <a:pt x="244023" y="82943"/>
                </a:lnTo>
                <a:lnTo>
                  <a:pt x="244534" y="83250"/>
                </a:lnTo>
                <a:lnTo>
                  <a:pt x="244739" y="84068"/>
                </a:lnTo>
                <a:lnTo>
                  <a:pt x="245659" y="83148"/>
                </a:lnTo>
                <a:lnTo>
                  <a:pt x="245761" y="83966"/>
                </a:lnTo>
                <a:lnTo>
                  <a:pt x="246580" y="84068"/>
                </a:lnTo>
                <a:lnTo>
                  <a:pt x="246784" y="84580"/>
                </a:lnTo>
                <a:lnTo>
                  <a:pt x="249648" y="85909"/>
                </a:lnTo>
                <a:lnTo>
                  <a:pt x="249443" y="86011"/>
                </a:lnTo>
                <a:lnTo>
                  <a:pt x="249648" y="86011"/>
                </a:lnTo>
                <a:lnTo>
                  <a:pt x="250261" y="87443"/>
                </a:lnTo>
                <a:lnTo>
                  <a:pt x="249852" y="87545"/>
                </a:lnTo>
                <a:lnTo>
                  <a:pt x="250057" y="88057"/>
                </a:lnTo>
                <a:lnTo>
                  <a:pt x="249852" y="88466"/>
                </a:lnTo>
                <a:lnTo>
                  <a:pt x="251080" y="88159"/>
                </a:lnTo>
                <a:lnTo>
                  <a:pt x="251080" y="88670"/>
                </a:lnTo>
                <a:lnTo>
                  <a:pt x="251693" y="89386"/>
                </a:lnTo>
                <a:lnTo>
                  <a:pt x="253534" y="89386"/>
                </a:lnTo>
                <a:lnTo>
                  <a:pt x="253841" y="88977"/>
                </a:lnTo>
                <a:lnTo>
                  <a:pt x="252920" y="88466"/>
                </a:lnTo>
                <a:lnTo>
                  <a:pt x="254455" y="88261"/>
                </a:lnTo>
                <a:lnTo>
                  <a:pt x="254455" y="88159"/>
                </a:lnTo>
                <a:lnTo>
                  <a:pt x="254557" y="88159"/>
                </a:lnTo>
                <a:lnTo>
                  <a:pt x="254250" y="87750"/>
                </a:lnTo>
                <a:lnTo>
                  <a:pt x="254864" y="87955"/>
                </a:lnTo>
                <a:lnTo>
                  <a:pt x="255375" y="87852"/>
                </a:lnTo>
                <a:lnTo>
                  <a:pt x="257625" y="90307"/>
                </a:lnTo>
                <a:lnTo>
                  <a:pt x="260080" y="91023"/>
                </a:lnTo>
                <a:lnTo>
                  <a:pt x="260080" y="90716"/>
                </a:lnTo>
                <a:lnTo>
                  <a:pt x="260489" y="90614"/>
                </a:lnTo>
                <a:lnTo>
                  <a:pt x="259670" y="90307"/>
                </a:lnTo>
                <a:lnTo>
                  <a:pt x="259670" y="90102"/>
                </a:lnTo>
                <a:lnTo>
                  <a:pt x="259159" y="89386"/>
                </a:lnTo>
                <a:lnTo>
                  <a:pt x="258648" y="89386"/>
                </a:lnTo>
                <a:lnTo>
                  <a:pt x="257318" y="87034"/>
                </a:lnTo>
                <a:lnTo>
                  <a:pt x="258136" y="86932"/>
                </a:lnTo>
                <a:lnTo>
                  <a:pt x="256500" y="85705"/>
                </a:lnTo>
                <a:lnTo>
                  <a:pt x="256398" y="84989"/>
                </a:lnTo>
                <a:lnTo>
                  <a:pt x="251898" y="82636"/>
                </a:lnTo>
                <a:lnTo>
                  <a:pt x="249545" y="81716"/>
                </a:lnTo>
                <a:lnTo>
                  <a:pt x="248727" y="81920"/>
                </a:lnTo>
                <a:lnTo>
                  <a:pt x="248727" y="82125"/>
                </a:lnTo>
                <a:lnTo>
                  <a:pt x="246989" y="83455"/>
                </a:lnTo>
                <a:lnTo>
                  <a:pt x="246375" y="82636"/>
                </a:lnTo>
                <a:lnTo>
                  <a:pt x="246273" y="82943"/>
                </a:lnTo>
                <a:lnTo>
                  <a:pt x="245864" y="80795"/>
                </a:lnTo>
                <a:lnTo>
                  <a:pt x="244636" y="80386"/>
                </a:lnTo>
                <a:close/>
                <a:moveTo>
                  <a:pt x="242693" y="91534"/>
                </a:moveTo>
                <a:lnTo>
                  <a:pt x="241977" y="91636"/>
                </a:lnTo>
                <a:lnTo>
                  <a:pt x="241977" y="91841"/>
                </a:lnTo>
                <a:lnTo>
                  <a:pt x="242386" y="92352"/>
                </a:lnTo>
                <a:lnTo>
                  <a:pt x="242693" y="91534"/>
                </a:lnTo>
                <a:close/>
                <a:moveTo>
                  <a:pt x="285750" y="96648"/>
                </a:moveTo>
                <a:lnTo>
                  <a:pt x="285545" y="96750"/>
                </a:lnTo>
                <a:lnTo>
                  <a:pt x="284420" y="97159"/>
                </a:lnTo>
                <a:lnTo>
                  <a:pt x="284216" y="97261"/>
                </a:lnTo>
                <a:lnTo>
                  <a:pt x="285239" y="97261"/>
                </a:lnTo>
                <a:lnTo>
                  <a:pt x="285750" y="96648"/>
                </a:lnTo>
                <a:close/>
                <a:moveTo>
                  <a:pt x="285648" y="97057"/>
                </a:moveTo>
                <a:lnTo>
                  <a:pt x="285239" y="97261"/>
                </a:lnTo>
                <a:lnTo>
                  <a:pt x="285545" y="97261"/>
                </a:lnTo>
                <a:lnTo>
                  <a:pt x="285648" y="97057"/>
                </a:lnTo>
                <a:close/>
                <a:moveTo>
                  <a:pt x="284011" y="98080"/>
                </a:moveTo>
                <a:lnTo>
                  <a:pt x="282886" y="98591"/>
                </a:lnTo>
                <a:lnTo>
                  <a:pt x="283807" y="98693"/>
                </a:lnTo>
                <a:lnTo>
                  <a:pt x="284114" y="98386"/>
                </a:lnTo>
                <a:lnTo>
                  <a:pt x="284011" y="98080"/>
                </a:lnTo>
                <a:close/>
                <a:moveTo>
                  <a:pt x="168852" y="92761"/>
                </a:moveTo>
                <a:lnTo>
                  <a:pt x="168136" y="92864"/>
                </a:lnTo>
                <a:lnTo>
                  <a:pt x="168136" y="93682"/>
                </a:lnTo>
                <a:lnTo>
                  <a:pt x="167318" y="94295"/>
                </a:lnTo>
                <a:lnTo>
                  <a:pt x="167318" y="95114"/>
                </a:lnTo>
                <a:lnTo>
                  <a:pt x="166807" y="95420"/>
                </a:lnTo>
                <a:lnTo>
                  <a:pt x="166705" y="95318"/>
                </a:lnTo>
                <a:lnTo>
                  <a:pt x="165886" y="96341"/>
                </a:lnTo>
                <a:lnTo>
                  <a:pt x="165375" y="96239"/>
                </a:lnTo>
                <a:lnTo>
                  <a:pt x="164966" y="96443"/>
                </a:lnTo>
                <a:lnTo>
                  <a:pt x="164761" y="96443"/>
                </a:lnTo>
                <a:lnTo>
                  <a:pt x="164045" y="96955"/>
                </a:lnTo>
                <a:lnTo>
                  <a:pt x="163330" y="105955"/>
                </a:lnTo>
                <a:lnTo>
                  <a:pt x="163943" y="106261"/>
                </a:lnTo>
                <a:lnTo>
                  <a:pt x="165477" y="105852"/>
                </a:lnTo>
                <a:lnTo>
                  <a:pt x="168750" y="96034"/>
                </a:lnTo>
                <a:lnTo>
                  <a:pt x="169159" y="96341"/>
                </a:lnTo>
                <a:lnTo>
                  <a:pt x="169364" y="96136"/>
                </a:lnTo>
                <a:lnTo>
                  <a:pt x="168852" y="92761"/>
                </a:lnTo>
                <a:close/>
                <a:moveTo>
                  <a:pt x="79364" y="112500"/>
                </a:moveTo>
                <a:lnTo>
                  <a:pt x="79057" y="112807"/>
                </a:lnTo>
                <a:lnTo>
                  <a:pt x="79057" y="113011"/>
                </a:lnTo>
                <a:lnTo>
                  <a:pt x="79364" y="112500"/>
                </a:lnTo>
                <a:close/>
                <a:moveTo>
                  <a:pt x="185114" y="3784"/>
                </a:moveTo>
                <a:lnTo>
                  <a:pt x="184091" y="4398"/>
                </a:lnTo>
                <a:lnTo>
                  <a:pt x="184909" y="4705"/>
                </a:lnTo>
                <a:lnTo>
                  <a:pt x="183273" y="4705"/>
                </a:lnTo>
                <a:lnTo>
                  <a:pt x="183989" y="5011"/>
                </a:lnTo>
                <a:lnTo>
                  <a:pt x="184193" y="5318"/>
                </a:lnTo>
                <a:lnTo>
                  <a:pt x="184193" y="5318"/>
                </a:lnTo>
                <a:lnTo>
                  <a:pt x="183784" y="5011"/>
                </a:lnTo>
                <a:lnTo>
                  <a:pt x="180102" y="5114"/>
                </a:lnTo>
                <a:lnTo>
                  <a:pt x="180920" y="5216"/>
                </a:lnTo>
                <a:lnTo>
                  <a:pt x="177341" y="5727"/>
                </a:lnTo>
                <a:lnTo>
                  <a:pt x="177545" y="5932"/>
                </a:lnTo>
                <a:lnTo>
                  <a:pt x="177341" y="6239"/>
                </a:lnTo>
                <a:lnTo>
                  <a:pt x="176830" y="6136"/>
                </a:lnTo>
                <a:lnTo>
                  <a:pt x="177955" y="6443"/>
                </a:lnTo>
                <a:lnTo>
                  <a:pt x="177239" y="6443"/>
                </a:lnTo>
                <a:lnTo>
                  <a:pt x="178568" y="6852"/>
                </a:lnTo>
                <a:lnTo>
                  <a:pt x="178057" y="7057"/>
                </a:lnTo>
                <a:lnTo>
                  <a:pt x="178261" y="6852"/>
                </a:lnTo>
                <a:lnTo>
                  <a:pt x="178261" y="6852"/>
                </a:lnTo>
                <a:lnTo>
                  <a:pt x="174477" y="7057"/>
                </a:lnTo>
                <a:lnTo>
                  <a:pt x="174682" y="7466"/>
                </a:lnTo>
                <a:lnTo>
                  <a:pt x="174989" y="7568"/>
                </a:lnTo>
                <a:lnTo>
                  <a:pt x="175091" y="7773"/>
                </a:lnTo>
                <a:lnTo>
                  <a:pt x="177648" y="8795"/>
                </a:lnTo>
                <a:lnTo>
                  <a:pt x="177852" y="9205"/>
                </a:lnTo>
                <a:lnTo>
                  <a:pt x="178261" y="9511"/>
                </a:lnTo>
                <a:lnTo>
                  <a:pt x="178169" y="9789"/>
                </a:lnTo>
                <a:lnTo>
                  <a:pt x="177852" y="9409"/>
                </a:lnTo>
                <a:lnTo>
                  <a:pt x="177545" y="9716"/>
                </a:lnTo>
                <a:lnTo>
                  <a:pt x="177034" y="8591"/>
                </a:lnTo>
                <a:lnTo>
                  <a:pt x="173352" y="8182"/>
                </a:lnTo>
                <a:lnTo>
                  <a:pt x="173352" y="8182"/>
                </a:lnTo>
                <a:lnTo>
                  <a:pt x="173966" y="8489"/>
                </a:lnTo>
                <a:lnTo>
                  <a:pt x="172636" y="8489"/>
                </a:lnTo>
                <a:lnTo>
                  <a:pt x="175193" y="9205"/>
                </a:lnTo>
                <a:lnTo>
                  <a:pt x="175193" y="9205"/>
                </a:lnTo>
                <a:lnTo>
                  <a:pt x="172432" y="8898"/>
                </a:lnTo>
                <a:lnTo>
                  <a:pt x="172432" y="8693"/>
                </a:lnTo>
                <a:lnTo>
                  <a:pt x="172227" y="8591"/>
                </a:lnTo>
                <a:lnTo>
                  <a:pt x="172227" y="8182"/>
                </a:lnTo>
                <a:lnTo>
                  <a:pt x="171307" y="7670"/>
                </a:lnTo>
                <a:lnTo>
                  <a:pt x="171307" y="7670"/>
                </a:lnTo>
                <a:lnTo>
                  <a:pt x="171716" y="8284"/>
                </a:lnTo>
                <a:lnTo>
                  <a:pt x="171102" y="8898"/>
                </a:lnTo>
                <a:lnTo>
                  <a:pt x="172227" y="9511"/>
                </a:lnTo>
                <a:lnTo>
                  <a:pt x="172330" y="10330"/>
                </a:lnTo>
                <a:lnTo>
                  <a:pt x="174886" y="11148"/>
                </a:lnTo>
                <a:lnTo>
                  <a:pt x="173966" y="11045"/>
                </a:lnTo>
                <a:lnTo>
                  <a:pt x="174170" y="12068"/>
                </a:lnTo>
                <a:lnTo>
                  <a:pt x="173966" y="12375"/>
                </a:lnTo>
                <a:lnTo>
                  <a:pt x="173966" y="12580"/>
                </a:lnTo>
                <a:lnTo>
                  <a:pt x="173250" y="13398"/>
                </a:lnTo>
                <a:lnTo>
                  <a:pt x="170898" y="12886"/>
                </a:lnTo>
                <a:lnTo>
                  <a:pt x="172023" y="12886"/>
                </a:lnTo>
                <a:lnTo>
                  <a:pt x="172125" y="13091"/>
                </a:lnTo>
                <a:lnTo>
                  <a:pt x="172636" y="12989"/>
                </a:lnTo>
                <a:lnTo>
                  <a:pt x="172330" y="12784"/>
                </a:lnTo>
                <a:lnTo>
                  <a:pt x="173045" y="11761"/>
                </a:lnTo>
                <a:lnTo>
                  <a:pt x="173045" y="11352"/>
                </a:lnTo>
                <a:lnTo>
                  <a:pt x="172330" y="11045"/>
                </a:lnTo>
                <a:lnTo>
                  <a:pt x="171307" y="9920"/>
                </a:lnTo>
                <a:lnTo>
                  <a:pt x="171307" y="9716"/>
                </a:lnTo>
                <a:lnTo>
                  <a:pt x="171102" y="9307"/>
                </a:lnTo>
                <a:lnTo>
                  <a:pt x="170284" y="8898"/>
                </a:lnTo>
                <a:lnTo>
                  <a:pt x="170182" y="7875"/>
                </a:lnTo>
                <a:lnTo>
                  <a:pt x="168545" y="7670"/>
                </a:lnTo>
                <a:lnTo>
                  <a:pt x="167727" y="8080"/>
                </a:lnTo>
                <a:lnTo>
                  <a:pt x="167625" y="8795"/>
                </a:lnTo>
                <a:lnTo>
                  <a:pt x="167114" y="9205"/>
                </a:lnTo>
                <a:lnTo>
                  <a:pt x="167727" y="9409"/>
                </a:lnTo>
                <a:lnTo>
                  <a:pt x="168034" y="10432"/>
                </a:lnTo>
                <a:lnTo>
                  <a:pt x="169875" y="10943"/>
                </a:lnTo>
                <a:lnTo>
                  <a:pt x="169568" y="11557"/>
                </a:lnTo>
                <a:lnTo>
                  <a:pt x="164148" y="10227"/>
                </a:lnTo>
                <a:lnTo>
                  <a:pt x="163636" y="10432"/>
                </a:lnTo>
                <a:lnTo>
                  <a:pt x="164352" y="10841"/>
                </a:lnTo>
                <a:lnTo>
                  <a:pt x="163841" y="11250"/>
                </a:lnTo>
                <a:lnTo>
                  <a:pt x="159648" y="11557"/>
                </a:lnTo>
                <a:lnTo>
                  <a:pt x="159648" y="11557"/>
                </a:lnTo>
                <a:lnTo>
                  <a:pt x="159955" y="11455"/>
                </a:lnTo>
                <a:lnTo>
                  <a:pt x="159852" y="11045"/>
                </a:lnTo>
                <a:lnTo>
                  <a:pt x="159750" y="11045"/>
                </a:lnTo>
                <a:lnTo>
                  <a:pt x="158830" y="11250"/>
                </a:lnTo>
                <a:lnTo>
                  <a:pt x="159136" y="11352"/>
                </a:lnTo>
                <a:lnTo>
                  <a:pt x="158830" y="11455"/>
                </a:lnTo>
                <a:lnTo>
                  <a:pt x="158625" y="11352"/>
                </a:lnTo>
                <a:lnTo>
                  <a:pt x="156682" y="11966"/>
                </a:lnTo>
                <a:lnTo>
                  <a:pt x="156886" y="12068"/>
                </a:lnTo>
                <a:lnTo>
                  <a:pt x="155250" y="12886"/>
                </a:lnTo>
                <a:lnTo>
                  <a:pt x="154330" y="12273"/>
                </a:lnTo>
                <a:lnTo>
                  <a:pt x="155352" y="11966"/>
                </a:lnTo>
                <a:lnTo>
                  <a:pt x="152898" y="11250"/>
                </a:lnTo>
                <a:lnTo>
                  <a:pt x="153614" y="11659"/>
                </a:lnTo>
                <a:lnTo>
                  <a:pt x="153614" y="12375"/>
                </a:lnTo>
                <a:lnTo>
                  <a:pt x="154227" y="12784"/>
                </a:lnTo>
                <a:lnTo>
                  <a:pt x="154227" y="13602"/>
                </a:lnTo>
                <a:lnTo>
                  <a:pt x="152795" y="13193"/>
                </a:lnTo>
                <a:lnTo>
                  <a:pt x="151466" y="14011"/>
                </a:lnTo>
                <a:lnTo>
                  <a:pt x="152080" y="14727"/>
                </a:lnTo>
                <a:lnTo>
                  <a:pt x="151568" y="14932"/>
                </a:lnTo>
                <a:lnTo>
                  <a:pt x="149625" y="14318"/>
                </a:lnTo>
                <a:lnTo>
                  <a:pt x="149420" y="14523"/>
                </a:lnTo>
                <a:lnTo>
                  <a:pt x="150545" y="15239"/>
                </a:lnTo>
                <a:lnTo>
                  <a:pt x="150341" y="15545"/>
                </a:lnTo>
                <a:lnTo>
                  <a:pt x="146864" y="13295"/>
                </a:lnTo>
                <a:lnTo>
                  <a:pt x="147068" y="13193"/>
                </a:lnTo>
                <a:lnTo>
                  <a:pt x="145636" y="12580"/>
                </a:lnTo>
                <a:lnTo>
                  <a:pt x="151057" y="13398"/>
                </a:lnTo>
                <a:lnTo>
                  <a:pt x="151977" y="12886"/>
                </a:lnTo>
                <a:lnTo>
                  <a:pt x="151875" y="12375"/>
                </a:lnTo>
                <a:lnTo>
                  <a:pt x="150648" y="11659"/>
                </a:lnTo>
                <a:lnTo>
                  <a:pt x="150750" y="11761"/>
                </a:lnTo>
                <a:lnTo>
                  <a:pt x="150750" y="11761"/>
                </a:lnTo>
                <a:lnTo>
                  <a:pt x="146455" y="10636"/>
                </a:lnTo>
                <a:lnTo>
                  <a:pt x="146045" y="10841"/>
                </a:lnTo>
                <a:lnTo>
                  <a:pt x="145841" y="10636"/>
                </a:lnTo>
                <a:lnTo>
                  <a:pt x="145841" y="10534"/>
                </a:lnTo>
                <a:lnTo>
                  <a:pt x="145227" y="10432"/>
                </a:lnTo>
                <a:lnTo>
                  <a:pt x="145739" y="10330"/>
                </a:lnTo>
                <a:lnTo>
                  <a:pt x="145023" y="10125"/>
                </a:lnTo>
                <a:lnTo>
                  <a:pt x="145023" y="10125"/>
                </a:lnTo>
                <a:lnTo>
                  <a:pt x="145125" y="10227"/>
                </a:lnTo>
                <a:lnTo>
                  <a:pt x="143591" y="10330"/>
                </a:lnTo>
                <a:lnTo>
                  <a:pt x="143489" y="10125"/>
                </a:lnTo>
                <a:lnTo>
                  <a:pt x="142875" y="9920"/>
                </a:lnTo>
                <a:lnTo>
                  <a:pt x="144102" y="9920"/>
                </a:lnTo>
                <a:lnTo>
                  <a:pt x="143080" y="9409"/>
                </a:lnTo>
                <a:lnTo>
                  <a:pt x="142466" y="9920"/>
                </a:lnTo>
                <a:lnTo>
                  <a:pt x="141955" y="9409"/>
                </a:lnTo>
                <a:lnTo>
                  <a:pt x="141443" y="9716"/>
                </a:lnTo>
                <a:lnTo>
                  <a:pt x="141341" y="9511"/>
                </a:lnTo>
                <a:lnTo>
                  <a:pt x="141136" y="9409"/>
                </a:lnTo>
                <a:lnTo>
                  <a:pt x="140727" y="9920"/>
                </a:lnTo>
                <a:lnTo>
                  <a:pt x="140830" y="9409"/>
                </a:lnTo>
                <a:lnTo>
                  <a:pt x="140318" y="9307"/>
                </a:lnTo>
                <a:lnTo>
                  <a:pt x="139398" y="10023"/>
                </a:lnTo>
                <a:lnTo>
                  <a:pt x="138886" y="9716"/>
                </a:lnTo>
                <a:lnTo>
                  <a:pt x="138068" y="9920"/>
                </a:lnTo>
                <a:lnTo>
                  <a:pt x="138477" y="10227"/>
                </a:lnTo>
                <a:lnTo>
                  <a:pt x="137864" y="10125"/>
                </a:lnTo>
                <a:lnTo>
                  <a:pt x="137557" y="10330"/>
                </a:lnTo>
                <a:lnTo>
                  <a:pt x="137761" y="10534"/>
                </a:lnTo>
                <a:lnTo>
                  <a:pt x="137352" y="10636"/>
                </a:lnTo>
                <a:lnTo>
                  <a:pt x="137352" y="10125"/>
                </a:lnTo>
                <a:lnTo>
                  <a:pt x="137045" y="10534"/>
                </a:lnTo>
                <a:lnTo>
                  <a:pt x="136330" y="10534"/>
                </a:lnTo>
                <a:lnTo>
                  <a:pt x="136636" y="10636"/>
                </a:lnTo>
                <a:lnTo>
                  <a:pt x="136125" y="10636"/>
                </a:lnTo>
                <a:lnTo>
                  <a:pt x="136125" y="10841"/>
                </a:lnTo>
                <a:lnTo>
                  <a:pt x="135818" y="10841"/>
                </a:lnTo>
                <a:lnTo>
                  <a:pt x="135716" y="11045"/>
                </a:lnTo>
                <a:lnTo>
                  <a:pt x="135102" y="11352"/>
                </a:lnTo>
                <a:lnTo>
                  <a:pt x="135818" y="11455"/>
                </a:lnTo>
                <a:lnTo>
                  <a:pt x="135307" y="11455"/>
                </a:lnTo>
                <a:lnTo>
                  <a:pt x="135102" y="11761"/>
                </a:lnTo>
                <a:lnTo>
                  <a:pt x="135102" y="11966"/>
                </a:lnTo>
                <a:lnTo>
                  <a:pt x="134795" y="11659"/>
                </a:lnTo>
                <a:lnTo>
                  <a:pt x="134386" y="11761"/>
                </a:lnTo>
                <a:lnTo>
                  <a:pt x="134591" y="11864"/>
                </a:lnTo>
                <a:lnTo>
                  <a:pt x="134080" y="12068"/>
                </a:lnTo>
                <a:lnTo>
                  <a:pt x="134386" y="12068"/>
                </a:lnTo>
                <a:lnTo>
                  <a:pt x="134693" y="12273"/>
                </a:lnTo>
                <a:lnTo>
                  <a:pt x="134693" y="12375"/>
                </a:lnTo>
                <a:lnTo>
                  <a:pt x="133875" y="12477"/>
                </a:lnTo>
                <a:lnTo>
                  <a:pt x="134591" y="12477"/>
                </a:lnTo>
                <a:lnTo>
                  <a:pt x="133364" y="12784"/>
                </a:lnTo>
                <a:lnTo>
                  <a:pt x="133568" y="12886"/>
                </a:lnTo>
                <a:lnTo>
                  <a:pt x="133057" y="13091"/>
                </a:lnTo>
                <a:lnTo>
                  <a:pt x="133670" y="13295"/>
                </a:lnTo>
                <a:lnTo>
                  <a:pt x="132852" y="13500"/>
                </a:lnTo>
                <a:lnTo>
                  <a:pt x="133057" y="13602"/>
                </a:lnTo>
                <a:lnTo>
                  <a:pt x="133057" y="14216"/>
                </a:lnTo>
                <a:lnTo>
                  <a:pt x="132750" y="14420"/>
                </a:lnTo>
                <a:lnTo>
                  <a:pt x="132545" y="14318"/>
                </a:lnTo>
                <a:lnTo>
                  <a:pt x="131932" y="14727"/>
                </a:lnTo>
                <a:lnTo>
                  <a:pt x="132239" y="14625"/>
                </a:lnTo>
                <a:lnTo>
                  <a:pt x="130909" y="15750"/>
                </a:lnTo>
                <a:lnTo>
                  <a:pt x="131114" y="15852"/>
                </a:lnTo>
                <a:lnTo>
                  <a:pt x="131830" y="15545"/>
                </a:lnTo>
                <a:lnTo>
                  <a:pt x="131727" y="15443"/>
                </a:lnTo>
                <a:lnTo>
                  <a:pt x="132136" y="15443"/>
                </a:lnTo>
                <a:lnTo>
                  <a:pt x="131932" y="15545"/>
                </a:lnTo>
                <a:lnTo>
                  <a:pt x="132136" y="15545"/>
                </a:lnTo>
                <a:lnTo>
                  <a:pt x="131727" y="15852"/>
                </a:lnTo>
                <a:lnTo>
                  <a:pt x="130091" y="15955"/>
                </a:lnTo>
                <a:lnTo>
                  <a:pt x="129886" y="16057"/>
                </a:lnTo>
                <a:lnTo>
                  <a:pt x="130193" y="16466"/>
                </a:lnTo>
                <a:lnTo>
                  <a:pt x="128864" y="16568"/>
                </a:lnTo>
                <a:lnTo>
                  <a:pt x="129886" y="16568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7841" y="17182"/>
                </a:lnTo>
                <a:lnTo>
                  <a:pt x="128966" y="17386"/>
                </a:lnTo>
                <a:lnTo>
                  <a:pt x="127739" y="17386"/>
                </a:lnTo>
                <a:lnTo>
                  <a:pt x="128045" y="18102"/>
                </a:lnTo>
                <a:lnTo>
                  <a:pt x="129477" y="17795"/>
                </a:lnTo>
                <a:lnTo>
                  <a:pt x="129580" y="18000"/>
                </a:lnTo>
                <a:lnTo>
                  <a:pt x="129273" y="18205"/>
                </a:lnTo>
                <a:lnTo>
                  <a:pt x="127739" y="18307"/>
                </a:lnTo>
                <a:lnTo>
                  <a:pt x="128250" y="18511"/>
                </a:lnTo>
                <a:lnTo>
                  <a:pt x="127943" y="18818"/>
                </a:lnTo>
                <a:lnTo>
                  <a:pt x="128250" y="19023"/>
                </a:lnTo>
                <a:lnTo>
                  <a:pt x="127943" y="19227"/>
                </a:lnTo>
                <a:lnTo>
                  <a:pt x="128045" y="19330"/>
                </a:lnTo>
                <a:lnTo>
                  <a:pt x="129170" y="18614"/>
                </a:lnTo>
                <a:lnTo>
                  <a:pt x="128864" y="19023"/>
                </a:lnTo>
                <a:lnTo>
                  <a:pt x="128557" y="19023"/>
                </a:lnTo>
                <a:lnTo>
                  <a:pt x="128659" y="19330"/>
                </a:lnTo>
                <a:lnTo>
                  <a:pt x="127943" y="19841"/>
                </a:lnTo>
                <a:lnTo>
                  <a:pt x="128864" y="19534"/>
                </a:lnTo>
                <a:lnTo>
                  <a:pt x="128557" y="19841"/>
                </a:lnTo>
                <a:lnTo>
                  <a:pt x="128864" y="20045"/>
                </a:lnTo>
                <a:lnTo>
                  <a:pt x="128250" y="20352"/>
                </a:lnTo>
                <a:lnTo>
                  <a:pt x="129068" y="20761"/>
                </a:lnTo>
                <a:lnTo>
                  <a:pt x="128966" y="20864"/>
                </a:lnTo>
                <a:lnTo>
                  <a:pt x="131011" y="20148"/>
                </a:lnTo>
                <a:lnTo>
                  <a:pt x="131114" y="19943"/>
                </a:lnTo>
                <a:lnTo>
                  <a:pt x="131727" y="19841"/>
                </a:lnTo>
                <a:lnTo>
                  <a:pt x="131727" y="19534"/>
                </a:lnTo>
                <a:lnTo>
                  <a:pt x="131830" y="19330"/>
                </a:lnTo>
                <a:lnTo>
                  <a:pt x="132034" y="19841"/>
                </a:lnTo>
                <a:lnTo>
                  <a:pt x="132443" y="20045"/>
                </a:lnTo>
                <a:lnTo>
                  <a:pt x="132443" y="20659"/>
                </a:lnTo>
                <a:lnTo>
                  <a:pt x="133670" y="22295"/>
                </a:lnTo>
                <a:lnTo>
                  <a:pt x="133670" y="22500"/>
                </a:lnTo>
                <a:lnTo>
                  <a:pt x="133773" y="22705"/>
                </a:lnTo>
                <a:lnTo>
                  <a:pt x="133466" y="22705"/>
                </a:lnTo>
                <a:lnTo>
                  <a:pt x="133875" y="23523"/>
                </a:lnTo>
                <a:lnTo>
                  <a:pt x="135000" y="23318"/>
                </a:lnTo>
                <a:lnTo>
                  <a:pt x="135205" y="22909"/>
                </a:lnTo>
                <a:lnTo>
                  <a:pt x="136023" y="22807"/>
                </a:lnTo>
                <a:lnTo>
                  <a:pt x="136432" y="20557"/>
                </a:lnTo>
                <a:lnTo>
                  <a:pt x="136636" y="20557"/>
                </a:lnTo>
                <a:lnTo>
                  <a:pt x="136023" y="20455"/>
                </a:lnTo>
                <a:lnTo>
                  <a:pt x="137761" y="19739"/>
                </a:lnTo>
                <a:lnTo>
                  <a:pt x="137250" y="19739"/>
                </a:lnTo>
                <a:lnTo>
                  <a:pt x="137966" y="19227"/>
                </a:lnTo>
                <a:lnTo>
                  <a:pt x="136636" y="18307"/>
                </a:lnTo>
                <a:lnTo>
                  <a:pt x="136432" y="17489"/>
                </a:lnTo>
                <a:lnTo>
                  <a:pt x="136636" y="17591"/>
                </a:lnTo>
                <a:lnTo>
                  <a:pt x="136636" y="17080"/>
                </a:lnTo>
                <a:lnTo>
                  <a:pt x="136432" y="16773"/>
                </a:lnTo>
                <a:lnTo>
                  <a:pt x="136943" y="16670"/>
                </a:lnTo>
                <a:lnTo>
                  <a:pt x="136841" y="16670"/>
                </a:lnTo>
                <a:lnTo>
                  <a:pt x="136739" y="16466"/>
                </a:lnTo>
                <a:lnTo>
                  <a:pt x="137148" y="16364"/>
                </a:lnTo>
                <a:lnTo>
                  <a:pt x="137045" y="16364"/>
                </a:lnTo>
                <a:lnTo>
                  <a:pt x="137455" y="16159"/>
                </a:lnTo>
                <a:lnTo>
                  <a:pt x="137352" y="16057"/>
                </a:lnTo>
                <a:lnTo>
                  <a:pt x="137864" y="15955"/>
                </a:lnTo>
                <a:lnTo>
                  <a:pt x="137864" y="15852"/>
                </a:lnTo>
                <a:lnTo>
                  <a:pt x="139091" y="15034"/>
                </a:lnTo>
                <a:lnTo>
                  <a:pt x="138784" y="14625"/>
                </a:lnTo>
                <a:lnTo>
                  <a:pt x="138886" y="14216"/>
                </a:lnTo>
                <a:lnTo>
                  <a:pt x="138989" y="14216"/>
                </a:lnTo>
                <a:lnTo>
                  <a:pt x="139193" y="14011"/>
                </a:lnTo>
                <a:lnTo>
                  <a:pt x="139398" y="14011"/>
                </a:lnTo>
                <a:lnTo>
                  <a:pt x="139295" y="13909"/>
                </a:lnTo>
                <a:lnTo>
                  <a:pt x="141034" y="13705"/>
                </a:lnTo>
                <a:lnTo>
                  <a:pt x="141545" y="14011"/>
                </a:lnTo>
                <a:lnTo>
                  <a:pt x="141648" y="14625"/>
                </a:lnTo>
                <a:lnTo>
                  <a:pt x="139807" y="15852"/>
                </a:lnTo>
                <a:lnTo>
                  <a:pt x="139807" y="15955"/>
                </a:lnTo>
                <a:lnTo>
                  <a:pt x="139295" y="16159"/>
                </a:lnTo>
                <a:lnTo>
                  <a:pt x="139602" y="18511"/>
                </a:lnTo>
                <a:lnTo>
                  <a:pt x="140523" y="18716"/>
                </a:lnTo>
                <a:lnTo>
                  <a:pt x="140523" y="18920"/>
                </a:lnTo>
                <a:lnTo>
                  <a:pt x="140727" y="18920"/>
                </a:lnTo>
                <a:lnTo>
                  <a:pt x="140830" y="19330"/>
                </a:lnTo>
                <a:lnTo>
                  <a:pt x="142977" y="18818"/>
                </a:lnTo>
                <a:lnTo>
                  <a:pt x="142875" y="18716"/>
                </a:lnTo>
                <a:lnTo>
                  <a:pt x="143386" y="18511"/>
                </a:lnTo>
                <a:lnTo>
                  <a:pt x="143284" y="18716"/>
                </a:lnTo>
                <a:lnTo>
                  <a:pt x="144731" y="18619"/>
                </a:lnTo>
                <a:lnTo>
                  <a:pt x="144731" y="18619"/>
                </a:lnTo>
                <a:lnTo>
                  <a:pt x="146045" y="19125"/>
                </a:lnTo>
                <a:lnTo>
                  <a:pt x="144920" y="19227"/>
                </a:lnTo>
                <a:lnTo>
                  <a:pt x="144818" y="19432"/>
                </a:lnTo>
                <a:lnTo>
                  <a:pt x="144614" y="19330"/>
                </a:lnTo>
                <a:lnTo>
                  <a:pt x="144511" y="19636"/>
                </a:lnTo>
                <a:lnTo>
                  <a:pt x="141750" y="19739"/>
                </a:lnTo>
                <a:lnTo>
                  <a:pt x="141341" y="20045"/>
                </a:lnTo>
                <a:lnTo>
                  <a:pt x="142261" y="20864"/>
                </a:lnTo>
                <a:lnTo>
                  <a:pt x="142261" y="21784"/>
                </a:lnTo>
                <a:lnTo>
                  <a:pt x="140318" y="21375"/>
                </a:lnTo>
                <a:lnTo>
                  <a:pt x="139909" y="22398"/>
                </a:lnTo>
                <a:lnTo>
                  <a:pt x="140011" y="23318"/>
                </a:lnTo>
                <a:lnTo>
                  <a:pt x="140114" y="23932"/>
                </a:lnTo>
                <a:lnTo>
                  <a:pt x="139807" y="23932"/>
                </a:lnTo>
                <a:lnTo>
                  <a:pt x="140011" y="23318"/>
                </a:lnTo>
                <a:lnTo>
                  <a:pt x="138886" y="24545"/>
                </a:lnTo>
                <a:lnTo>
                  <a:pt x="138375" y="24239"/>
                </a:lnTo>
                <a:lnTo>
                  <a:pt x="134693" y="24750"/>
                </a:lnTo>
                <a:lnTo>
                  <a:pt x="135307" y="25261"/>
                </a:lnTo>
                <a:lnTo>
                  <a:pt x="134795" y="25057"/>
                </a:lnTo>
                <a:lnTo>
                  <a:pt x="134693" y="24750"/>
                </a:lnTo>
                <a:lnTo>
                  <a:pt x="133773" y="24443"/>
                </a:lnTo>
                <a:lnTo>
                  <a:pt x="132852" y="24955"/>
                </a:lnTo>
                <a:lnTo>
                  <a:pt x="131625" y="24443"/>
                </a:lnTo>
                <a:lnTo>
                  <a:pt x="131625" y="24136"/>
                </a:lnTo>
                <a:lnTo>
                  <a:pt x="131318" y="23830"/>
                </a:lnTo>
                <a:lnTo>
                  <a:pt x="131420" y="23420"/>
                </a:lnTo>
                <a:lnTo>
                  <a:pt x="131727" y="23216"/>
                </a:lnTo>
                <a:lnTo>
                  <a:pt x="131625" y="23114"/>
                </a:lnTo>
                <a:lnTo>
                  <a:pt x="132341" y="22500"/>
                </a:lnTo>
                <a:lnTo>
                  <a:pt x="131932" y="22398"/>
                </a:lnTo>
                <a:lnTo>
                  <a:pt x="132034" y="21273"/>
                </a:lnTo>
                <a:lnTo>
                  <a:pt x="132034" y="21273"/>
                </a:lnTo>
                <a:lnTo>
                  <a:pt x="130602" y="21886"/>
                </a:lnTo>
                <a:lnTo>
                  <a:pt x="130602" y="22193"/>
                </a:lnTo>
                <a:lnTo>
                  <a:pt x="131011" y="22295"/>
                </a:lnTo>
                <a:lnTo>
                  <a:pt x="130705" y="22398"/>
                </a:lnTo>
                <a:lnTo>
                  <a:pt x="130295" y="22398"/>
                </a:lnTo>
                <a:lnTo>
                  <a:pt x="130295" y="23318"/>
                </a:lnTo>
                <a:lnTo>
                  <a:pt x="130909" y="24341"/>
                </a:lnTo>
                <a:lnTo>
                  <a:pt x="130807" y="24545"/>
                </a:lnTo>
                <a:lnTo>
                  <a:pt x="131625" y="25261"/>
                </a:lnTo>
                <a:lnTo>
                  <a:pt x="131011" y="25057"/>
                </a:lnTo>
                <a:lnTo>
                  <a:pt x="130705" y="25466"/>
                </a:lnTo>
                <a:lnTo>
                  <a:pt x="128864" y="25466"/>
                </a:lnTo>
                <a:lnTo>
                  <a:pt x="127739" y="26080"/>
                </a:lnTo>
                <a:lnTo>
                  <a:pt x="127432" y="27205"/>
                </a:lnTo>
                <a:lnTo>
                  <a:pt x="127227" y="27205"/>
                </a:lnTo>
                <a:lnTo>
                  <a:pt x="127534" y="27409"/>
                </a:lnTo>
                <a:lnTo>
                  <a:pt x="127534" y="27409"/>
                </a:lnTo>
                <a:lnTo>
                  <a:pt x="126818" y="27307"/>
                </a:lnTo>
                <a:lnTo>
                  <a:pt x="126818" y="27307"/>
                </a:lnTo>
                <a:lnTo>
                  <a:pt x="127432" y="27409"/>
                </a:lnTo>
                <a:lnTo>
                  <a:pt x="125386" y="28023"/>
                </a:lnTo>
                <a:lnTo>
                  <a:pt x="124977" y="28841"/>
                </a:lnTo>
                <a:lnTo>
                  <a:pt x="124261" y="29148"/>
                </a:lnTo>
                <a:lnTo>
                  <a:pt x="124466" y="29352"/>
                </a:lnTo>
                <a:lnTo>
                  <a:pt x="123239" y="29455"/>
                </a:lnTo>
                <a:lnTo>
                  <a:pt x="123136" y="29148"/>
                </a:lnTo>
                <a:lnTo>
                  <a:pt x="122727" y="29352"/>
                </a:lnTo>
                <a:lnTo>
                  <a:pt x="123034" y="30170"/>
                </a:lnTo>
                <a:lnTo>
                  <a:pt x="120375" y="30375"/>
                </a:lnTo>
                <a:lnTo>
                  <a:pt x="120784" y="30477"/>
                </a:lnTo>
                <a:lnTo>
                  <a:pt x="120477" y="30580"/>
                </a:lnTo>
                <a:lnTo>
                  <a:pt x="120682" y="30682"/>
                </a:lnTo>
                <a:lnTo>
                  <a:pt x="120375" y="30784"/>
                </a:lnTo>
                <a:lnTo>
                  <a:pt x="122011" y="31193"/>
                </a:lnTo>
                <a:lnTo>
                  <a:pt x="121909" y="31295"/>
                </a:lnTo>
                <a:lnTo>
                  <a:pt x="122114" y="31295"/>
                </a:lnTo>
                <a:lnTo>
                  <a:pt x="122114" y="31398"/>
                </a:lnTo>
                <a:lnTo>
                  <a:pt x="122727" y="31602"/>
                </a:lnTo>
                <a:lnTo>
                  <a:pt x="122420" y="31705"/>
                </a:lnTo>
                <a:lnTo>
                  <a:pt x="122523" y="32114"/>
                </a:lnTo>
                <a:lnTo>
                  <a:pt x="123239" y="32523"/>
                </a:lnTo>
                <a:lnTo>
                  <a:pt x="123341" y="33136"/>
                </a:lnTo>
                <a:lnTo>
                  <a:pt x="123136" y="33034"/>
                </a:lnTo>
                <a:lnTo>
                  <a:pt x="123750" y="33852"/>
                </a:lnTo>
                <a:lnTo>
                  <a:pt x="123750" y="33852"/>
                </a:lnTo>
                <a:lnTo>
                  <a:pt x="123239" y="33341"/>
                </a:lnTo>
                <a:lnTo>
                  <a:pt x="123136" y="34261"/>
                </a:lnTo>
                <a:lnTo>
                  <a:pt x="123239" y="34159"/>
                </a:lnTo>
                <a:lnTo>
                  <a:pt x="123239" y="34261"/>
                </a:lnTo>
                <a:lnTo>
                  <a:pt x="122830" y="35386"/>
                </a:lnTo>
                <a:lnTo>
                  <a:pt x="117409" y="35284"/>
                </a:lnTo>
                <a:lnTo>
                  <a:pt x="117307" y="35489"/>
                </a:lnTo>
                <a:lnTo>
                  <a:pt x="116898" y="35591"/>
                </a:lnTo>
                <a:lnTo>
                  <a:pt x="116693" y="36307"/>
                </a:lnTo>
                <a:lnTo>
                  <a:pt x="116898" y="36307"/>
                </a:lnTo>
                <a:lnTo>
                  <a:pt x="116898" y="36614"/>
                </a:lnTo>
                <a:lnTo>
                  <a:pt x="117000" y="36614"/>
                </a:lnTo>
                <a:lnTo>
                  <a:pt x="116182" y="40091"/>
                </a:lnTo>
                <a:lnTo>
                  <a:pt x="116795" y="39784"/>
                </a:lnTo>
                <a:lnTo>
                  <a:pt x="116386" y="40295"/>
                </a:lnTo>
                <a:lnTo>
                  <a:pt x="116687" y="40446"/>
                </a:lnTo>
                <a:lnTo>
                  <a:pt x="116687" y="40446"/>
                </a:lnTo>
                <a:lnTo>
                  <a:pt x="116489" y="41932"/>
                </a:lnTo>
                <a:lnTo>
                  <a:pt x="118330" y="41625"/>
                </a:lnTo>
                <a:lnTo>
                  <a:pt x="118739" y="42136"/>
                </a:lnTo>
                <a:lnTo>
                  <a:pt x="118841" y="42034"/>
                </a:lnTo>
                <a:lnTo>
                  <a:pt x="119455" y="42955"/>
                </a:lnTo>
                <a:lnTo>
                  <a:pt x="122420" y="42034"/>
                </a:lnTo>
                <a:lnTo>
                  <a:pt x="122727" y="41625"/>
                </a:lnTo>
                <a:lnTo>
                  <a:pt x="123545" y="41318"/>
                </a:lnTo>
                <a:lnTo>
                  <a:pt x="123852" y="40500"/>
                </a:lnTo>
                <a:lnTo>
                  <a:pt x="124261" y="40193"/>
                </a:lnTo>
                <a:lnTo>
                  <a:pt x="123955" y="39784"/>
                </a:lnTo>
                <a:lnTo>
                  <a:pt x="124773" y="38045"/>
                </a:lnTo>
                <a:lnTo>
                  <a:pt x="126818" y="36920"/>
                </a:lnTo>
                <a:lnTo>
                  <a:pt x="126818" y="35693"/>
                </a:lnTo>
                <a:lnTo>
                  <a:pt x="129682" y="35591"/>
                </a:lnTo>
                <a:lnTo>
                  <a:pt x="131318" y="34466"/>
                </a:lnTo>
                <a:lnTo>
                  <a:pt x="136943" y="38864"/>
                </a:lnTo>
                <a:lnTo>
                  <a:pt x="137250" y="38864"/>
                </a:lnTo>
                <a:lnTo>
                  <a:pt x="137761" y="40091"/>
                </a:lnTo>
                <a:lnTo>
                  <a:pt x="137557" y="40193"/>
                </a:lnTo>
                <a:lnTo>
                  <a:pt x="137352" y="40807"/>
                </a:lnTo>
                <a:lnTo>
                  <a:pt x="137761" y="41011"/>
                </a:lnTo>
                <a:lnTo>
                  <a:pt x="138170" y="39989"/>
                </a:lnTo>
                <a:lnTo>
                  <a:pt x="138580" y="39886"/>
                </a:lnTo>
                <a:lnTo>
                  <a:pt x="138477" y="39375"/>
                </a:lnTo>
                <a:lnTo>
                  <a:pt x="138068" y="39170"/>
                </a:lnTo>
                <a:lnTo>
                  <a:pt x="138375" y="38455"/>
                </a:lnTo>
                <a:lnTo>
                  <a:pt x="139602" y="38966"/>
                </a:lnTo>
                <a:lnTo>
                  <a:pt x="137455" y="37432"/>
                </a:lnTo>
                <a:lnTo>
                  <a:pt x="137557" y="37023"/>
                </a:lnTo>
                <a:lnTo>
                  <a:pt x="136432" y="36818"/>
                </a:lnTo>
                <a:lnTo>
                  <a:pt x="134182" y="34057"/>
                </a:lnTo>
                <a:lnTo>
                  <a:pt x="134284" y="33341"/>
                </a:lnTo>
                <a:lnTo>
                  <a:pt x="135307" y="33239"/>
                </a:lnTo>
                <a:lnTo>
                  <a:pt x="135205" y="33750"/>
                </a:lnTo>
                <a:lnTo>
                  <a:pt x="135716" y="33750"/>
                </a:lnTo>
                <a:lnTo>
                  <a:pt x="135818" y="33545"/>
                </a:lnTo>
                <a:lnTo>
                  <a:pt x="136841" y="34670"/>
                </a:lnTo>
                <a:lnTo>
                  <a:pt x="136534" y="34670"/>
                </a:lnTo>
                <a:lnTo>
                  <a:pt x="138784" y="36102"/>
                </a:lnTo>
                <a:lnTo>
                  <a:pt x="138170" y="35898"/>
                </a:lnTo>
                <a:lnTo>
                  <a:pt x="140420" y="37330"/>
                </a:lnTo>
                <a:lnTo>
                  <a:pt x="140420" y="38557"/>
                </a:lnTo>
                <a:lnTo>
                  <a:pt x="140318" y="38557"/>
                </a:lnTo>
                <a:lnTo>
                  <a:pt x="141955" y="39989"/>
                </a:lnTo>
                <a:lnTo>
                  <a:pt x="141648" y="39989"/>
                </a:lnTo>
                <a:lnTo>
                  <a:pt x="141955" y="40398"/>
                </a:lnTo>
                <a:lnTo>
                  <a:pt x="143080" y="40500"/>
                </a:lnTo>
                <a:lnTo>
                  <a:pt x="143489" y="40807"/>
                </a:lnTo>
                <a:lnTo>
                  <a:pt x="143489" y="40909"/>
                </a:lnTo>
                <a:lnTo>
                  <a:pt x="142159" y="40909"/>
                </a:lnTo>
                <a:lnTo>
                  <a:pt x="142773" y="42239"/>
                </a:lnTo>
                <a:lnTo>
                  <a:pt x="143284" y="42545"/>
                </a:lnTo>
                <a:lnTo>
                  <a:pt x="143898" y="42545"/>
                </a:lnTo>
                <a:lnTo>
                  <a:pt x="143489" y="41318"/>
                </a:lnTo>
                <a:lnTo>
                  <a:pt x="144102" y="41523"/>
                </a:lnTo>
                <a:lnTo>
                  <a:pt x="144102" y="41523"/>
                </a:lnTo>
                <a:lnTo>
                  <a:pt x="143591" y="41011"/>
                </a:lnTo>
                <a:lnTo>
                  <a:pt x="144205" y="41011"/>
                </a:lnTo>
                <a:lnTo>
                  <a:pt x="144409" y="40807"/>
                </a:lnTo>
                <a:lnTo>
                  <a:pt x="143182" y="39989"/>
                </a:lnTo>
                <a:lnTo>
                  <a:pt x="143591" y="39784"/>
                </a:lnTo>
                <a:lnTo>
                  <a:pt x="143386" y="39682"/>
                </a:lnTo>
                <a:lnTo>
                  <a:pt x="143591" y="39580"/>
                </a:lnTo>
                <a:lnTo>
                  <a:pt x="143693" y="39784"/>
                </a:lnTo>
                <a:lnTo>
                  <a:pt x="143591" y="39477"/>
                </a:lnTo>
                <a:lnTo>
                  <a:pt x="143080" y="38761"/>
                </a:lnTo>
                <a:lnTo>
                  <a:pt x="143284" y="38352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4205" y="38864"/>
                </a:lnTo>
                <a:lnTo>
                  <a:pt x="144102" y="38557"/>
                </a:lnTo>
                <a:lnTo>
                  <a:pt x="144511" y="38761"/>
                </a:lnTo>
                <a:lnTo>
                  <a:pt x="144000" y="38250"/>
                </a:lnTo>
                <a:lnTo>
                  <a:pt x="145636" y="38045"/>
                </a:lnTo>
                <a:lnTo>
                  <a:pt x="145943" y="38250"/>
                </a:lnTo>
                <a:lnTo>
                  <a:pt x="146557" y="38250"/>
                </a:lnTo>
                <a:lnTo>
                  <a:pt x="146045" y="38864"/>
                </a:lnTo>
                <a:lnTo>
                  <a:pt x="146864" y="39989"/>
                </a:lnTo>
                <a:lnTo>
                  <a:pt x="146761" y="40295"/>
                </a:lnTo>
                <a:lnTo>
                  <a:pt x="147068" y="40398"/>
                </a:lnTo>
                <a:lnTo>
                  <a:pt x="146659" y="40602"/>
                </a:lnTo>
                <a:lnTo>
                  <a:pt x="146455" y="40295"/>
                </a:lnTo>
                <a:lnTo>
                  <a:pt x="146352" y="40705"/>
                </a:lnTo>
                <a:lnTo>
                  <a:pt x="146864" y="40807"/>
                </a:lnTo>
                <a:lnTo>
                  <a:pt x="147477" y="41727"/>
                </a:lnTo>
                <a:lnTo>
                  <a:pt x="147375" y="41830"/>
                </a:lnTo>
                <a:lnTo>
                  <a:pt x="147273" y="41932"/>
                </a:lnTo>
                <a:lnTo>
                  <a:pt x="148091" y="41932"/>
                </a:lnTo>
                <a:lnTo>
                  <a:pt x="147477" y="42239"/>
                </a:lnTo>
                <a:lnTo>
                  <a:pt x="147989" y="42239"/>
                </a:lnTo>
                <a:lnTo>
                  <a:pt x="147989" y="42341"/>
                </a:lnTo>
                <a:lnTo>
                  <a:pt x="148602" y="42239"/>
                </a:lnTo>
                <a:lnTo>
                  <a:pt x="149523" y="42852"/>
                </a:lnTo>
                <a:lnTo>
                  <a:pt x="150136" y="42648"/>
                </a:lnTo>
                <a:lnTo>
                  <a:pt x="150341" y="42136"/>
                </a:lnTo>
                <a:lnTo>
                  <a:pt x="152080" y="42955"/>
                </a:lnTo>
                <a:lnTo>
                  <a:pt x="152898" y="42852"/>
                </a:lnTo>
                <a:lnTo>
                  <a:pt x="153511" y="42239"/>
                </a:lnTo>
                <a:lnTo>
                  <a:pt x="154227" y="42443"/>
                </a:lnTo>
                <a:lnTo>
                  <a:pt x="154636" y="42136"/>
                </a:lnTo>
                <a:lnTo>
                  <a:pt x="154023" y="47659"/>
                </a:lnTo>
                <a:lnTo>
                  <a:pt x="152489" y="48068"/>
                </a:lnTo>
                <a:lnTo>
                  <a:pt x="152080" y="47864"/>
                </a:lnTo>
                <a:lnTo>
                  <a:pt x="151773" y="47864"/>
                </a:lnTo>
                <a:lnTo>
                  <a:pt x="151773" y="47761"/>
                </a:lnTo>
                <a:lnTo>
                  <a:pt x="151261" y="47557"/>
                </a:lnTo>
                <a:lnTo>
                  <a:pt x="150648" y="47761"/>
                </a:lnTo>
                <a:lnTo>
                  <a:pt x="150955" y="47557"/>
                </a:lnTo>
                <a:lnTo>
                  <a:pt x="150955" y="47557"/>
                </a:lnTo>
                <a:lnTo>
                  <a:pt x="149114" y="48170"/>
                </a:lnTo>
                <a:lnTo>
                  <a:pt x="146148" y="47659"/>
                </a:lnTo>
                <a:lnTo>
                  <a:pt x="145739" y="47148"/>
                </a:lnTo>
                <a:lnTo>
                  <a:pt x="144102" y="46739"/>
                </a:lnTo>
                <a:lnTo>
                  <a:pt x="144000" y="46432"/>
                </a:lnTo>
                <a:lnTo>
                  <a:pt x="143489" y="46227"/>
                </a:lnTo>
                <a:lnTo>
                  <a:pt x="141955" y="46534"/>
                </a:lnTo>
                <a:lnTo>
                  <a:pt x="141443" y="47250"/>
                </a:lnTo>
                <a:lnTo>
                  <a:pt x="141648" y="48170"/>
                </a:lnTo>
                <a:lnTo>
                  <a:pt x="140114" y="48580"/>
                </a:lnTo>
                <a:lnTo>
                  <a:pt x="133773" y="45818"/>
                </a:lnTo>
                <a:lnTo>
                  <a:pt x="133875" y="45818"/>
                </a:lnTo>
                <a:lnTo>
                  <a:pt x="132750" y="44898"/>
                </a:lnTo>
                <a:lnTo>
                  <a:pt x="133568" y="43670"/>
                </a:lnTo>
                <a:lnTo>
                  <a:pt x="133159" y="43057"/>
                </a:lnTo>
                <a:lnTo>
                  <a:pt x="133466" y="41932"/>
                </a:lnTo>
                <a:lnTo>
                  <a:pt x="132852" y="42136"/>
                </a:lnTo>
                <a:lnTo>
                  <a:pt x="132852" y="41830"/>
                </a:lnTo>
                <a:lnTo>
                  <a:pt x="132545" y="41727"/>
                </a:lnTo>
                <a:lnTo>
                  <a:pt x="132545" y="41625"/>
                </a:lnTo>
                <a:lnTo>
                  <a:pt x="130807" y="42136"/>
                </a:lnTo>
                <a:lnTo>
                  <a:pt x="130295" y="41830"/>
                </a:lnTo>
                <a:lnTo>
                  <a:pt x="122318" y="43977"/>
                </a:lnTo>
                <a:lnTo>
                  <a:pt x="121602" y="43670"/>
                </a:lnTo>
                <a:lnTo>
                  <a:pt x="120477" y="43875"/>
                </a:lnTo>
                <a:lnTo>
                  <a:pt x="119659" y="43057"/>
                </a:lnTo>
                <a:lnTo>
                  <a:pt x="115568" y="48477"/>
                </a:lnTo>
                <a:lnTo>
                  <a:pt x="115773" y="48784"/>
                </a:lnTo>
                <a:lnTo>
                  <a:pt x="114034" y="50932"/>
                </a:lnTo>
                <a:lnTo>
                  <a:pt x="112909" y="51239"/>
                </a:lnTo>
                <a:lnTo>
                  <a:pt x="109943" y="55739"/>
                </a:lnTo>
                <a:lnTo>
                  <a:pt x="109943" y="55739"/>
                </a:lnTo>
                <a:lnTo>
                  <a:pt x="110148" y="55534"/>
                </a:lnTo>
                <a:lnTo>
                  <a:pt x="110148" y="55534"/>
                </a:lnTo>
                <a:lnTo>
                  <a:pt x="108920" y="58602"/>
                </a:lnTo>
                <a:lnTo>
                  <a:pt x="109432" y="58807"/>
                </a:lnTo>
                <a:lnTo>
                  <a:pt x="109432" y="60034"/>
                </a:lnTo>
                <a:lnTo>
                  <a:pt x="109636" y="59932"/>
                </a:lnTo>
                <a:lnTo>
                  <a:pt x="109330" y="63716"/>
                </a:lnTo>
                <a:lnTo>
                  <a:pt x="108409" y="64841"/>
                </a:lnTo>
                <a:lnTo>
                  <a:pt x="109023" y="65659"/>
                </a:lnTo>
                <a:lnTo>
                  <a:pt x="109227" y="65557"/>
                </a:lnTo>
                <a:lnTo>
                  <a:pt x="109227" y="66170"/>
                </a:lnTo>
                <a:lnTo>
                  <a:pt x="110250" y="66170"/>
                </a:lnTo>
                <a:lnTo>
                  <a:pt x="109330" y="66375"/>
                </a:lnTo>
                <a:lnTo>
                  <a:pt x="109227" y="66273"/>
                </a:lnTo>
                <a:lnTo>
                  <a:pt x="109023" y="67091"/>
                </a:lnTo>
                <a:lnTo>
                  <a:pt x="109023" y="67091"/>
                </a:lnTo>
                <a:lnTo>
                  <a:pt x="109227" y="66989"/>
                </a:lnTo>
                <a:lnTo>
                  <a:pt x="109739" y="67909"/>
                </a:lnTo>
                <a:lnTo>
                  <a:pt x="110557" y="67705"/>
                </a:lnTo>
                <a:lnTo>
                  <a:pt x="110557" y="67705"/>
                </a:lnTo>
                <a:lnTo>
                  <a:pt x="110148" y="67909"/>
                </a:lnTo>
                <a:lnTo>
                  <a:pt x="110557" y="68114"/>
                </a:lnTo>
                <a:lnTo>
                  <a:pt x="110148" y="68318"/>
                </a:lnTo>
                <a:lnTo>
                  <a:pt x="110250" y="68318"/>
                </a:lnTo>
                <a:lnTo>
                  <a:pt x="110455" y="68523"/>
                </a:lnTo>
                <a:lnTo>
                  <a:pt x="110352" y="68727"/>
                </a:lnTo>
                <a:lnTo>
                  <a:pt x="110557" y="68625"/>
                </a:lnTo>
                <a:lnTo>
                  <a:pt x="110659" y="68932"/>
                </a:lnTo>
                <a:lnTo>
                  <a:pt x="110864" y="69034"/>
                </a:lnTo>
                <a:lnTo>
                  <a:pt x="110966" y="68932"/>
                </a:lnTo>
                <a:lnTo>
                  <a:pt x="111375" y="69648"/>
                </a:lnTo>
                <a:lnTo>
                  <a:pt x="111784" y="69852"/>
                </a:lnTo>
                <a:lnTo>
                  <a:pt x="111784" y="70261"/>
                </a:lnTo>
                <a:lnTo>
                  <a:pt x="112295" y="70875"/>
                </a:lnTo>
                <a:lnTo>
                  <a:pt x="112193" y="71182"/>
                </a:lnTo>
                <a:lnTo>
                  <a:pt x="112500" y="71182"/>
                </a:lnTo>
                <a:lnTo>
                  <a:pt x="112193" y="71284"/>
                </a:lnTo>
                <a:lnTo>
                  <a:pt x="117511" y="75477"/>
                </a:lnTo>
                <a:lnTo>
                  <a:pt x="119557" y="74761"/>
                </a:lnTo>
                <a:lnTo>
                  <a:pt x="119250" y="74761"/>
                </a:lnTo>
                <a:lnTo>
                  <a:pt x="120477" y="74659"/>
                </a:lnTo>
                <a:lnTo>
                  <a:pt x="119966" y="74659"/>
                </a:lnTo>
                <a:lnTo>
                  <a:pt x="121295" y="74557"/>
                </a:lnTo>
                <a:lnTo>
                  <a:pt x="121398" y="74761"/>
                </a:lnTo>
                <a:lnTo>
                  <a:pt x="127534" y="73227"/>
                </a:lnTo>
                <a:lnTo>
                  <a:pt x="127330" y="73432"/>
                </a:lnTo>
                <a:lnTo>
                  <a:pt x="129170" y="74455"/>
                </a:lnTo>
                <a:lnTo>
                  <a:pt x="129170" y="74761"/>
                </a:lnTo>
                <a:lnTo>
                  <a:pt x="129068" y="74761"/>
                </a:lnTo>
                <a:lnTo>
                  <a:pt x="129886" y="75477"/>
                </a:lnTo>
                <a:lnTo>
                  <a:pt x="130091" y="75477"/>
                </a:lnTo>
                <a:lnTo>
                  <a:pt x="130398" y="75580"/>
                </a:lnTo>
                <a:lnTo>
                  <a:pt x="130295" y="75170"/>
                </a:lnTo>
                <a:lnTo>
                  <a:pt x="130398" y="75477"/>
                </a:lnTo>
                <a:lnTo>
                  <a:pt x="130602" y="75170"/>
                </a:lnTo>
                <a:lnTo>
                  <a:pt x="131420" y="75375"/>
                </a:lnTo>
                <a:lnTo>
                  <a:pt x="131625" y="74966"/>
                </a:lnTo>
                <a:lnTo>
                  <a:pt x="132341" y="75784"/>
                </a:lnTo>
                <a:lnTo>
                  <a:pt x="132955" y="75886"/>
                </a:lnTo>
                <a:lnTo>
                  <a:pt x="132852" y="79466"/>
                </a:lnTo>
                <a:lnTo>
                  <a:pt x="132648" y="79568"/>
                </a:lnTo>
                <a:lnTo>
                  <a:pt x="133261" y="79875"/>
                </a:lnTo>
                <a:lnTo>
                  <a:pt x="133057" y="79977"/>
                </a:lnTo>
                <a:lnTo>
                  <a:pt x="132648" y="79670"/>
                </a:lnTo>
                <a:lnTo>
                  <a:pt x="132443" y="80591"/>
                </a:lnTo>
                <a:lnTo>
                  <a:pt x="132034" y="80693"/>
                </a:lnTo>
                <a:lnTo>
                  <a:pt x="132852" y="81716"/>
                </a:lnTo>
                <a:lnTo>
                  <a:pt x="132852" y="81716"/>
                </a:lnTo>
                <a:lnTo>
                  <a:pt x="132341" y="81409"/>
                </a:lnTo>
                <a:lnTo>
                  <a:pt x="132750" y="82023"/>
                </a:lnTo>
                <a:lnTo>
                  <a:pt x="132648" y="82023"/>
                </a:lnTo>
                <a:lnTo>
                  <a:pt x="133261" y="82636"/>
                </a:lnTo>
                <a:lnTo>
                  <a:pt x="132955" y="82534"/>
                </a:lnTo>
                <a:lnTo>
                  <a:pt x="135205" y="85909"/>
                </a:lnTo>
                <a:lnTo>
                  <a:pt x="136023" y="86114"/>
                </a:lnTo>
                <a:lnTo>
                  <a:pt x="135307" y="86318"/>
                </a:lnTo>
                <a:lnTo>
                  <a:pt x="135920" y="89284"/>
                </a:lnTo>
                <a:lnTo>
                  <a:pt x="136023" y="89182"/>
                </a:lnTo>
                <a:lnTo>
                  <a:pt x="136432" y="92557"/>
                </a:lnTo>
                <a:lnTo>
                  <a:pt x="134795" y="96648"/>
                </a:lnTo>
                <a:lnTo>
                  <a:pt x="137045" y="103602"/>
                </a:lnTo>
                <a:lnTo>
                  <a:pt x="136943" y="103602"/>
                </a:lnTo>
                <a:lnTo>
                  <a:pt x="140011" y="115364"/>
                </a:lnTo>
                <a:lnTo>
                  <a:pt x="146148" y="114955"/>
                </a:lnTo>
                <a:lnTo>
                  <a:pt x="146557" y="114648"/>
                </a:lnTo>
                <a:lnTo>
                  <a:pt x="147068" y="114648"/>
                </a:lnTo>
                <a:lnTo>
                  <a:pt x="152693" y="109125"/>
                </a:lnTo>
                <a:lnTo>
                  <a:pt x="153205" y="106977"/>
                </a:lnTo>
                <a:lnTo>
                  <a:pt x="153102" y="107080"/>
                </a:lnTo>
                <a:lnTo>
                  <a:pt x="153205" y="106875"/>
                </a:lnTo>
                <a:lnTo>
                  <a:pt x="153205" y="106977"/>
                </a:lnTo>
                <a:lnTo>
                  <a:pt x="155659" y="104523"/>
                </a:lnTo>
                <a:lnTo>
                  <a:pt x="155659" y="102784"/>
                </a:lnTo>
                <a:lnTo>
                  <a:pt x="155557" y="103091"/>
                </a:lnTo>
                <a:lnTo>
                  <a:pt x="155045" y="100330"/>
                </a:lnTo>
                <a:lnTo>
                  <a:pt x="160670" y="95932"/>
                </a:lnTo>
                <a:lnTo>
                  <a:pt x="160875" y="91125"/>
                </a:lnTo>
                <a:lnTo>
                  <a:pt x="160057" y="90307"/>
                </a:lnTo>
                <a:lnTo>
                  <a:pt x="159955" y="87136"/>
                </a:lnTo>
                <a:lnTo>
                  <a:pt x="159341" y="86523"/>
                </a:lnTo>
                <a:lnTo>
                  <a:pt x="161284" y="82125"/>
                </a:lnTo>
                <a:lnTo>
                  <a:pt x="161693" y="82023"/>
                </a:lnTo>
                <a:lnTo>
                  <a:pt x="170591" y="69341"/>
                </a:lnTo>
                <a:lnTo>
                  <a:pt x="170386" y="69136"/>
                </a:lnTo>
                <a:lnTo>
                  <a:pt x="170284" y="69341"/>
                </a:lnTo>
                <a:lnTo>
                  <a:pt x="170182" y="67807"/>
                </a:lnTo>
                <a:lnTo>
                  <a:pt x="164557" y="69341"/>
                </a:lnTo>
                <a:lnTo>
                  <a:pt x="162511" y="68114"/>
                </a:lnTo>
                <a:lnTo>
                  <a:pt x="163330" y="67602"/>
                </a:lnTo>
                <a:lnTo>
                  <a:pt x="162920" y="66784"/>
                </a:lnTo>
                <a:lnTo>
                  <a:pt x="162920" y="66886"/>
                </a:lnTo>
                <a:lnTo>
                  <a:pt x="159955" y="64125"/>
                </a:lnTo>
                <a:lnTo>
                  <a:pt x="159955" y="64534"/>
                </a:lnTo>
                <a:lnTo>
                  <a:pt x="157193" y="58295"/>
                </a:lnTo>
                <a:lnTo>
                  <a:pt x="157193" y="58295"/>
                </a:lnTo>
                <a:lnTo>
                  <a:pt x="157295" y="58398"/>
                </a:lnTo>
                <a:lnTo>
                  <a:pt x="156375" y="56761"/>
                </a:lnTo>
                <a:lnTo>
                  <a:pt x="155966" y="56557"/>
                </a:lnTo>
                <a:lnTo>
                  <a:pt x="155659" y="56148"/>
                </a:lnTo>
                <a:lnTo>
                  <a:pt x="155864" y="55432"/>
                </a:lnTo>
                <a:lnTo>
                  <a:pt x="152591" y="49193"/>
                </a:lnTo>
                <a:lnTo>
                  <a:pt x="152591" y="49193"/>
                </a:lnTo>
                <a:lnTo>
                  <a:pt x="153716" y="51136"/>
                </a:lnTo>
                <a:lnTo>
                  <a:pt x="154330" y="50830"/>
                </a:lnTo>
                <a:lnTo>
                  <a:pt x="154739" y="49602"/>
                </a:lnTo>
                <a:lnTo>
                  <a:pt x="154534" y="51136"/>
                </a:lnTo>
                <a:lnTo>
                  <a:pt x="158727" y="56557"/>
                </a:lnTo>
                <a:lnTo>
                  <a:pt x="158625" y="56557"/>
                </a:lnTo>
                <a:lnTo>
                  <a:pt x="162614" y="64330"/>
                </a:lnTo>
                <a:lnTo>
                  <a:pt x="162511" y="64227"/>
                </a:lnTo>
                <a:lnTo>
                  <a:pt x="162511" y="64227"/>
                </a:lnTo>
                <a:lnTo>
                  <a:pt x="163330" y="66989"/>
                </a:lnTo>
                <a:lnTo>
                  <a:pt x="171102" y="63818"/>
                </a:lnTo>
                <a:lnTo>
                  <a:pt x="171102" y="63409"/>
                </a:lnTo>
                <a:lnTo>
                  <a:pt x="173557" y="62489"/>
                </a:lnTo>
                <a:lnTo>
                  <a:pt x="173659" y="61977"/>
                </a:lnTo>
                <a:lnTo>
                  <a:pt x="174580" y="61568"/>
                </a:lnTo>
                <a:lnTo>
                  <a:pt x="174989" y="60750"/>
                </a:lnTo>
                <a:lnTo>
                  <a:pt x="175807" y="60443"/>
                </a:lnTo>
                <a:lnTo>
                  <a:pt x="175705" y="59625"/>
                </a:lnTo>
                <a:lnTo>
                  <a:pt x="176114" y="58807"/>
                </a:lnTo>
                <a:lnTo>
                  <a:pt x="176216" y="59114"/>
                </a:lnTo>
                <a:lnTo>
                  <a:pt x="177341" y="57170"/>
                </a:lnTo>
                <a:lnTo>
                  <a:pt x="174273" y="54920"/>
                </a:lnTo>
                <a:lnTo>
                  <a:pt x="173864" y="52977"/>
                </a:lnTo>
                <a:lnTo>
                  <a:pt x="172330" y="55023"/>
                </a:lnTo>
                <a:lnTo>
                  <a:pt x="170080" y="55330"/>
                </a:lnTo>
                <a:lnTo>
                  <a:pt x="169875" y="55023"/>
                </a:lnTo>
                <a:lnTo>
                  <a:pt x="169568" y="55023"/>
                </a:lnTo>
                <a:lnTo>
                  <a:pt x="169670" y="54818"/>
                </a:lnTo>
                <a:lnTo>
                  <a:pt x="169466" y="54716"/>
                </a:lnTo>
                <a:lnTo>
                  <a:pt x="169670" y="54000"/>
                </a:lnTo>
                <a:lnTo>
                  <a:pt x="169466" y="53284"/>
                </a:lnTo>
                <a:lnTo>
                  <a:pt x="169057" y="53795"/>
                </a:lnTo>
                <a:lnTo>
                  <a:pt x="169057" y="54511"/>
                </a:lnTo>
                <a:lnTo>
                  <a:pt x="168239" y="53182"/>
                </a:lnTo>
                <a:lnTo>
                  <a:pt x="168341" y="53182"/>
                </a:lnTo>
                <a:lnTo>
                  <a:pt x="168239" y="52568"/>
                </a:lnTo>
                <a:lnTo>
                  <a:pt x="168341" y="52568"/>
                </a:lnTo>
                <a:lnTo>
                  <a:pt x="165886" y="49807"/>
                </a:lnTo>
                <a:lnTo>
                  <a:pt x="166193" y="49602"/>
                </a:lnTo>
                <a:lnTo>
                  <a:pt x="165989" y="49193"/>
                </a:lnTo>
                <a:lnTo>
                  <a:pt x="166398" y="49295"/>
                </a:lnTo>
                <a:lnTo>
                  <a:pt x="166807" y="48682"/>
                </a:lnTo>
                <a:lnTo>
                  <a:pt x="166807" y="48784"/>
                </a:lnTo>
                <a:lnTo>
                  <a:pt x="171409" y="52568"/>
                </a:lnTo>
                <a:lnTo>
                  <a:pt x="172943" y="52466"/>
                </a:lnTo>
                <a:lnTo>
                  <a:pt x="173557" y="52057"/>
                </a:lnTo>
                <a:lnTo>
                  <a:pt x="174273" y="52364"/>
                </a:lnTo>
                <a:lnTo>
                  <a:pt x="174580" y="53182"/>
                </a:lnTo>
                <a:lnTo>
                  <a:pt x="177545" y="54000"/>
                </a:lnTo>
                <a:lnTo>
                  <a:pt x="177648" y="53898"/>
                </a:lnTo>
                <a:lnTo>
                  <a:pt x="177750" y="54000"/>
                </a:lnTo>
                <a:lnTo>
                  <a:pt x="182761" y="53898"/>
                </a:lnTo>
                <a:lnTo>
                  <a:pt x="182557" y="53795"/>
                </a:lnTo>
                <a:lnTo>
                  <a:pt x="182557" y="53795"/>
                </a:lnTo>
                <a:lnTo>
                  <a:pt x="182864" y="53898"/>
                </a:lnTo>
                <a:lnTo>
                  <a:pt x="182966" y="53898"/>
                </a:lnTo>
                <a:lnTo>
                  <a:pt x="184091" y="55432"/>
                </a:lnTo>
                <a:lnTo>
                  <a:pt x="184500" y="55636"/>
                </a:lnTo>
                <a:lnTo>
                  <a:pt x="184500" y="55534"/>
                </a:lnTo>
                <a:lnTo>
                  <a:pt x="185114" y="55534"/>
                </a:lnTo>
                <a:lnTo>
                  <a:pt x="184909" y="56045"/>
                </a:lnTo>
                <a:lnTo>
                  <a:pt x="185727" y="56557"/>
                </a:lnTo>
                <a:lnTo>
                  <a:pt x="186750" y="56250"/>
                </a:lnTo>
                <a:lnTo>
                  <a:pt x="185727" y="57068"/>
                </a:lnTo>
                <a:lnTo>
                  <a:pt x="185420" y="57068"/>
                </a:lnTo>
                <a:lnTo>
                  <a:pt x="187568" y="58602"/>
                </a:lnTo>
                <a:lnTo>
                  <a:pt x="188386" y="58193"/>
                </a:lnTo>
                <a:lnTo>
                  <a:pt x="188284" y="57170"/>
                </a:lnTo>
                <a:lnTo>
                  <a:pt x="188898" y="57170"/>
                </a:lnTo>
                <a:lnTo>
                  <a:pt x="188693" y="57682"/>
                </a:lnTo>
                <a:lnTo>
                  <a:pt x="189205" y="57682"/>
                </a:lnTo>
                <a:lnTo>
                  <a:pt x="188795" y="57989"/>
                </a:lnTo>
                <a:lnTo>
                  <a:pt x="188898" y="57989"/>
                </a:lnTo>
                <a:lnTo>
                  <a:pt x="189307" y="60239"/>
                </a:lnTo>
                <a:lnTo>
                  <a:pt x="189205" y="60239"/>
                </a:lnTo>
                <a:lnTo>
                  <a:pt x="189205" y="60545"/>
                </a:lnTo>
                <a:lnTo>
                  <a:pt x="189307" y="60341"/>
                </a:lnTo>
                <a:lnTo>
                  <a:pt x="190636" y="64227"/>
                </a:lnTo>
                <a:lnTo>
                  <a:pt x="190534" y="64227"/>
                </a:lnTo>
                <a:lnTo>
                  <a:pt x="193160" y="69965"/>
                </a:lnTo>
                <a:lnTo>
                  <a:pt x="194216" y="71693"/>
                </a:lnTo>
                <a:lnTo>
                  <a:pt x="195955" y="70568"/>
                </a:lnTo>
                <a:lnTo>
                  <a:pt x="195545" y="70261"/>
                </a:lnTo>
                <a:lnTo>
                  <a:pt x="195852" y="69443"/>
                </a:lnTo>
                <a:lnTo>
                  <a:pt x="196364" y="69239"/>
                </a:lnTo>
                <a:lnTo>
                  <a:pt x="196568" y="66375"/>
                </a:lnTo>
                <a:lnTo>
                  <a:pt x="196466" y="66170"/>
                </a:lnTo>
                <a:lnTo>
                  <a:pt x="196261" y="63920"/>
                </a:lnTo>
                <a:lnTo>
                  <a:pt x="196875" y="63818"/>
                </a:lnTo>
                <a:lnTo>
                  <a:pt x="200455" y="59830"/>
                </a:lnTo>
                <a:lnTo>
                  <a:pt x="200250" y="59932"/>
                </a:lnTo>
                <a:lnTo>
                  <a:pt x="200250" y="59932"/>
                </a:lnTo>
                <a:lnTo>
                  <a:pt x="201580" y="58705"/>
                </a:lnTo>
                <a:lnTo>
                  <a:pt x="201477" y="58091"/>
                </a:lnTo>
                <a:lnTo>
                  <a:pt x="202398" y="57580"/>
                </a:lnTo>
                <a:lnTo>
                  <a:pt x="202295" y="57068"/>
                </a:lnTo>
                <a:lnTo>
                  <a:pt x="202500" y="57580"/>
                </a:lnTo>
                <a:lnTo>
                  <a:pt x="202705" y="57682"/>
                </a:lnTo>
                <a:lnTo>
                  <a:pt x="202909" y="57273"/>
                </a:lnTo>
                <a:lnTo>
                  <a:pt x="203114" y="57886"/>
                </a:lnTo>
                <a:lnTo>
                  <a:pt x="203216" y="57682"/>
                </a:lnTo>
                <a:lnTo>
                  <a:pt x="203420" y="57784"/>
                </a:lnTo>
                <a:lnTo>
                  <a:pt x="203420" y="57784"/>
                </a:lnTo>
                <a:lnTo>
                  <a:pt x="203216" y="57477"/>
                </a:lnTo>
                <a:lnTo>
                  <a:pt x="203318" y="57273"/>
                </a:lnTo>
                <a:lnTo>
                  <a:pt x="203625" y="57682"/>
                </a:lnTo>
                <a:lnTo>
                  <a:pt x="203625" y="57170"/>
                </a:lnTo>
                <a:lnTo>
                  <a:pt x="203830" y="57682"/>
                </a:lnTo>
                <a:lnTo>
                  <a:pt x="204136" y="56966"/>
                </a:lnTo>
                <a:lnTo>
                  <a:pt x="204136" y="57375"/>
                </a:lnTo>
                <a:lnTo>
                  <a:pt x="204341" y="57273"/>
                </a:lnTo>
                <a:lnTo>
                  <a:pt x="204341" y="57580"/>
                </a:lnTo>
                <a:lnTo>
                  <a:pt x="204648" y="57170"/>
                </a:lnTo>
                <a:lnTo>
                  <a:pt x="204545" y="56250"/>
                </a:lnTo>
                <a:lnTo>
                  <a:pt x="204239" y="55943"/>
                </a:lnTo>
                <a:lnTo>
                  <a:pt x="204443" y="55943"/>
                </a:lnTo>
                <a:lnTo>
                  <a:pt x="204443" y="55739"/>
                </a:lnTo>
                <a:lnTo>
                  <a:pt x="205773" y="57068"/>
                </a:lnTo>
                <a:lnTo>
                  <a:pt x="206795" y="59216"/>
                </a:lnTo>
                <a:lnTo>
                  <a:pt x="206795" y="58909"/>
                </a:lnTo>
                <a:lnTo>
                  <a:pt x="207102" y="59011"/>
                </a:lnTo>
                <a:lnTo>
                  <a:pt x="207307" y="59625"/>
                </a:lnTo>
                <a:lnTo>
                  <a:pt x="207307" y="59420"/>
                </a:lnTo>
                <a:lnTo>
                  <a:pt x="207818" y="59523"/>
                </a:lnTo>
                <a:lnTo>
                  <a:pt x="208125" y="60136"/>
                </a:lnTo>
                <a:lnTo>
                  <a:pt x="207716" y="60136"/>
                </a:lnTo>
                <a:lnTo>
                  <a:pt x="208125" y="60648"/>
                </a:lnTo>
                <a:lnTo>
                  <a:pt x="208125" y="60239"/>
                </a:lnTo>
                <a:lnTo>
                  <a:pt x="208432" y="60750"/>
                </a:lnTo>
                <a:lnTo>
                  <a:pt x="208330" y="60750"/>
                </a:lnTo>
                <a:lnTo>
                  <a:pt x="208739" y="63614"/>
                </a:lnTo>
                <a:lnTo>
                  <a:pt x="209148" y="63102"/>
                </a:lnTo>
                <a:lnTo>
                  <a:pt x="209148" y="63716"/>
                </a:lnTo>
                <a:lnTo>
                  <a:pt x="209352" y="63409"/>
                </a:lnTo>
                <a:lnTo>
                  <a:pt x="210170" y="63409"/>
                </a:lnTo>
                <a:lnTo>
                  <a:pt x="210477" y="63205"/>
                </a:lnTo>
                <a:lnTo>
                  <a:pt x="210477" y="62795"/>
                </a:lnTo>
                <a:lnTo>
                  <a:pt x="210886" y="62898"/>
                </a:lnTo>
                <a:lnTo>
                  <a:pt x="210989" y="62182"/>
                </a:lnTo>
                <a:lnTo>
                  <a:pt x="211807" y="63000"/>
                </a:lnTo>
                <a:lnTo>
                  <a:pt x="212318" y="64943"/>
                </a:lnTo>
                <a:lnTo>
                  <a:pt x="212216" y="64943"/>
                </a:lnTo>
                <a:lnTo>
                  <a:pt x="212523" y="65966"/>
                </a:lnTo>
                <a:lnTo>
                  <a:pt x="212625" y="65659"/>
                </a:lnTo>
                <a:lnTo>
                  <a:pt x="213239" y="69750"/>
                </a:lnTo>
                <a:lnTo>
                  <a:pt x="213341" y="69545"/>
                </a:lnTo>
                <a:lnTo>
                  <a:pt x="213136" y="71386"/>
                </a:lnTo>
                <a:lnTo>
                  <a:pt x="218045" y="78545"/>
                </a:lnTo>
                <a:lnTo>
                  <a:pt x="218455" y="78545"/>
                </a:lnTo>
                <a:lnTo>
                  <a:pt x="218557" y="78341"/>
                </a:lnTo>
                <a:lnTo>
                  <a:pt x="218864" y="78341"/>
                </a:lnTo>
                <a:lnTo>
                  <a:pt x="217739" y="74659"/>
                </a:lnTo>
                <a:lnTo>
                  <a:pt x="215182" y="72307"/>
                </a:lnTo>
                <a:lnTo>
                  <a:pt x="215284" y="72614"/>
                </a:lnTo>
                <a:lnTo>
                  <a:pt x="214875" y="72102"/>
                </a:lnTo>
                <a:lnTo>
                  <a:pt x="215182" y="72307"/>
                </a:lnTo>
                <a:lnTo>
                  <a:pt x="214875" y="71284"/>
                </a:lnTo>
                <a:lnTo>
                  <a:pt x="214773" y="71386"/>
                </a:lnTo>
                <a:lnTo>
                  <a:pt x="213852" y="69852"/>
                </a:lnTo>
                <a:lnTo>
                  <a:pt x="214364" y="66580"/>
                </a:lnTo>
                <a:lnTo>
                  <a:pt x="214261" y="66375"/>
                </a:lnTo>
                <a:lnTo>
                  <a:pt x="215080" y="66273"/>
                </a:lnTo>
                <a:lnTo>
                  <a:pt x="215080" y="66784"/>
                </a:lnTo>
                <a:lnTo>
                  <a:pt x="216409" y="67398"/>
                </a:lnTo>
                <a:lnTo>
                  <a:pt x="216409" y="67295"/>
                </a:lnTo>
                <a:lnTo>
                  <a:pt x="216716" y="67602"/>
                </a:lnTo>
                <a:lnTo>
                  <a:pt x="216716" y="67500"/>
                </a:lnTo>
                <a:lnTo>
                  <a:pt x="217023" y="68011"/>
                </a:lnTo>
                <a:lnTo>
                  <a:pt x="217125" y="67909"/>
                </a:lnTo>
                <a:lnTo>
                  <a:pt x="217330" y="68625"/>
                </a:lnTo>
                <a:lnTo>
                  <a:pt x="217636" y="68625"/>
                </a:lnTo>
                <a:lnTo>
                  <a:pt x="217739" y="69034"/>
                </a:lnTo>
                <a:lnTo>
                  <a:pt x="219068" y="69648"/>
                </a:lnTo>
                <a:lnTo>
                  <a:pt x="218966" y="71182"/>
                </a:lnTo>
                <a:lnTo>
                  <a:pt x="218966" y="71182"/>
                </a:lnTo>
                <a:lnTo>
                  <a:pt x="219886" y="70568"/>
                </a:lnTo>
                <a:lnTo>
                  <a:pt x="219886" y="69750"/>
                </a:lnTo>
                <a:lnTo>
                  <a:pt x="220500" y="70159"/>
                </a:lnTo>
                <a:lnTo>
                  <a:pt x="220091" y="69545"/>
                </a:lnTo>
                <a:lnTo>
                  <a:pt x="220602" y="69852"/>
                </a:lnTo>
                <a:lnTo>
                  <a:pt x="220398" y="69443"/>
                </a:lnTo>
                <a:lnTo>
                  <a:pt x="222545" y="68318"/>
                </a:lnTo>
                <a:lnTo>
                  <a:pt x="222737" y="67743"/>
                </a:lnTo>
                <a:lnTo>
                  <a:pt x="222648" y="67295"/>
                </a:lnTo>
                <a:lnTo>
                  <a:pt x="222750" y="67295"/>
                </a:lnTo>
                <a:lnTo>
                  <a:pt x="222750" y="66886"/>
                </a:lnTo>
                <a:lnTo>
                  <a:pt x="222852" y="67091"/>
                </a:lnTo>
                <a:lnTo>
                  <a:pt x="222545" y="65864"/>
                </a:lnTo>
                <a:lnTo>
                  <a:pt x="219375" y="61773"/>
                </a:lnTo>
                <a:lnTo>
                  <a:pt x="219477" y="61773"/>
                </a:lnTo>
                <a:lnTo>
                  <a:pt x="218659" y="60239"/>
                </a:lnTo>
                <a:lnTo>
                  <a:pt x="219170" y="58398"/>
                </a:lnTo>
                <a:lnTo>
                  <a:pt x="219682" y="58500"/>
                </a:lnTo>
                <a:lnTo>
                  <a:pt x="220602" y="57477"/>
                </a:lnTo>
                <a:lnTo>
                  <a:pt x="221216" y="57989"/>
                </a:lnTo>
                <a:lnTo>
                  <a:pt x="221625" y="57682"/>
                </a:lnTo>
                <a:lnTo>
                  <a:pt x="221830" y="57886"/>
                </a:lnTo>
                <a:lnTo>
                  <a:pt x="221830" y="58500"/>
                </a:lnTo>
                <a:lnTo>
                  <a:pt x="222239" y="59011"/>
                </a:lnTo>
                <a:lnTo>
                  <a:pt x="222136" y="59011"/>
                </a:lnTo>
                <a:lnTo>
                  <a:pt x="222545" y="59114"/>
                </a:lnTo>
                <a:lnTo>
                  <a:pt x="222239" y="58500"/>
                </a:lnTo>
                <a:lnTo>
                  <a:pt x="222443" y="58091"/>
                </a:lnTo>
                <a:lnTo>
                  <a:pt x="224080" y="57477"/>
                </a:lnTo>
                <a:lnTo>
                  <a:pt x="224591" y="57477"/>
                </a:lnTo>
                <a:lnTo>
                  <a:pt x="224693" y="57170"/>
                </a:lnTo>
                <a:lnTo>
                  <a:pt x="225102" y="57068"/>
                </a:lnTo>
                <a:lnTo>
                  <a:pt x="224795" y="56455"/>
                </a:lnTo>
                <a:lnTo>
                  <a:pt x="225000" y="56250"/>
                </a:lnTo>
                <a:lnTo>
                  <a:pt x="225716" y="57068"/>
                </a:lnTo>
                <a:lnTo>
                  <a:pt x="226023" y="56659"/>
                </a:lnTo>
                <a:lnTo>
                  <a:pt x="226125" y="56761"/>
                </a:lnTo>
                <a:lnTo>
                  <a:pt x="226534" y="56659"/>
                </a:lnTo>
                <a:lnTo>
                  <a:pt x="226739" y="56659"/>
                </a:lnTo>
                <a:lnTo>
                  <a:pt x="226739" y="56557"/>
                </a:lnTo>
                <a:lnTo>
                  <a:pt x="227352" y="56455"/>
                </a:lnTo>
                <a:lnTo>
                  <a:pt x="227761" y="55739"/>
                </a:lnTo>
                <a:lnTo>
                  <a:pt x="228170" y="55739"/>
                </a:lnTo>
                <a:lnTo>
                  <a:pt x="228375" y="55534"/>
                </a:lnTo>
                <a:lnTo>
                  <a:pt x="228477" y="54920"/>
                </a:lnTo>
                <a:lnTo>
                  <a:pt x="229807" y="54000"/>
                </a:lnTo>
                <a:lnTo>
                  <a:pt x="229705" y="53386"/>
                </a:lnTo>
                <a:lnTo>
                  <a:pt x="229193" y="53182"/>
                </a:lnTo>
                <a:lnTo>
                  <a:pt x="229807" y="52977"/>
                </a:lnTo>
                <a:lnTo>
                  <a:pt x="229398" y="52466"/>
                </a:lnTo>
                <a:lnTo>
                  <a:pt x="229602" y="52466"/>
                </a:lnTo>
                <a:lnTo>
                  <a:pt x="229807" y="52670"/>
                </a:lnTo>
                <a:lnTo>
                  <a:pt x="230318" y="50932"/>
                </a:lnTo>
                <a:lnTo>
                  <a:pt x="230727" y="50932"/>
                </a:lnTo>
                <a:lnTo>
                  <a:pt x="230523" y="50318"/>
                </a:lnTo>
                <a:lnTo>
                  <a:pt x="230625" y="50318"/>
                </a:lnTo>
                <a:lnTo>
                  <a:pt x="230318" y="50114"/>
                </a:lnTo>
                <a:lnTo>
                  <a:pt x="230727" y="50114"/>
                </a:lnTo>
                <a:lnTo>
                  <a:pt x="230625" y="49602"/>
                </a:lnTo>
                <a:lnTo>
                  <a:pt x="230318" y="49705"/>
                </a:lnTo>
                <a:lnTo>
                  <a:pt x="230625" y="49295"/>
                </a:lnTo>
                <a:lnTo>
                  <a:pt x="229807" y="48886"/>
                </a:lnTo>
                <a:lnTo>
                  <a:pt x="229295" y="49091"/>
                </a:lnTo>
                <a:lnTo>
                  <a:pt x="228886" y="48989"/>
                </a:lnTo>
                <a:lnTo>
                  <a:pt x="230011" y="48273"/>
                </a:lnTo>
                <a:lnTo>
                  <a:pt x="229909" y="47966"/>
                </a:lnTo>
                <a:lnTo>
                  <a:pt x="228682" y="47148"/>
                </a:lnTo>
                <a:lnTo>
                  <a:pt x="228170" y="47250"/>
                </a:lnTo>
                <a:lnTo>
                  <a:pt x="228477" y="47045"/>
                </a:lnTo>
                <a:lnTo>
                  <a:pt x="229807" y="47455"/>
                </a:lnTo>
                <a:lnTo>
                  <a:pt x="226227" y="44080"/>
                </a:lnTo>
                <a:lnTo>
                  <a:pt x="226739" y="43057"/>
                </a:lnTo>
                <a:lnTo>
                  <a:pt x="226534" y="42750"/>
                </a:lnTo>
                <a:lnTo>
                  <a:pt x="226534" y="42750"/>
                </a:lnTo>
                <a:lnTo>
                  <a:pt x="226739" y="42955"/>
                </a:lnTo>
                <a:lnTo>
                  <a:pt x="227045" y="42545"/>
                </a:lnTo>
                <a:lnTo>
                  <a:pt x="226943" y="42341"/>
                </a:lnTo>
                <a:lnTo>
                  <a:pt x="228170" y="41932"/>
                </a:lnTo>
                <a:lnTo>
                  <a:pt x="228170" y="41523"/>
                </a:lnTo>
                <a:lnTo>
                  <a:pt x="225920" y="41216"/>
                </a:lnTo>
                <a:lnTo>
                  <a:pt x="225511" y="41830"/>
                </a:lnTo>
                <a:lnTo>
                  <a:pt x="225000" y="41625"/>
                </a:lnTo>
                <a:lnTo>
                  <a:pt x="224898" y="41216"/>
                </a:lnTo>
                <a:lnTo>
                  <a:pt x="223159" y="39989"/>
                </a:lnTo>
                <a:lnTo>
                  <a:pt x="224182" y="39580"/>
                </a:lnTo>
                <a:lnTo>
                  <a:pt x="224284" y="38966"/>
                </a:lnTo>
                <a:lnTo>
                  <a:pt x="224898" y="38659"/>
                </a:lnTo>
                <a:lnTo>
                  <a:pt x="225000" y="38250"/>
                </a:lnTo>
                <a:lnTo>
                  <a:pt x="225614" y="37943"/>
                </a:lnTo>
                <a:lnTo>
                  <a:pt x="226227" y="38557"/>
                </a:lnTo>
                <a:lnTo>
                  <a:pt x="226023" y="39477"/>
                </a:lnTo>
                <a:lnTo>
                  <a:pt x="226432" y="39477"/>
                </a:lnTo>
                <a:lnTo>
                  <a:pt x="226432" y="39784"/>
                </a:lnTo>
                <a:lnTo>
                  <a:pt x="226125" y="39989"/>
                </a:lnTo>
                <a:lnTo>
                  <a:pt x="226534" y="39989"/>
                </a:lnTo>
                <a:lnTo>
                  <a:pt x="226636" y="39886"/>
                </a:lnTo>
                <a:lnTo>
                  <a:pt x="228273" y="38864"/>
                </a:lnTo>
                <a:lnTo>
                  <a:pt x="228682" y="39273"/>
                </a:lnTo>
                <a:lnTo>
                  <a:pt x="228784" y="39068"/>
                </a:lnTo>
                <a:lnTo>
                  <a:pt x="229500" y="39580"/>
                </a:lnTo>
                <a:lnTo>
                  <a:pt x="229602" y="40091"/>
                </a:lnTo>
                <a:lnTo>
                  <a:pt x="229909" y="40193"/>
                </a:lnTo>
                <a:lnTo>
                  <a:pt x="229500" y="40807"/>
                </a:lnTo>
                <a:lnTo>
                  <a:pt x="230011" y="40807"/>
                </a:lnTo>
                <a:lnTo>
                  <a:pt x="229807" y="41011"/>
                </a:lnTo>
                <a:lnTo>
                  <a:pt x="230114" y="41114"/>
                </a:lnTo>
                <a:lnTo>
                  <a:pt x="230216" y="41216"/>
                </a:lnTo>
                <a:lnTo>
                  <a:pt x="230420" y="41114"/>
                </a:lnTo>
                <a:lnTo>
                  <a:pt x="230523" y="40909"/>
                </a:lnTo>
                <a:lnTo>
                  <a:pt x="231955" y="42136"/>
                </a:lnTo>
                <a:lnTo>
                  <a:pt x="231341" y="42136"/>
                </a:lnTo>
                <a:lnTo>
                  <a:pt x="232670" y="44182"/>
                </a:lnTo>
                <a:lnTo>
                  <a:pt x="232568" y="44284"/>
                </a:lnTo>
                <a:lnTo>
                  <a:pt x="232670" y="44386"/>
                </a:lnTo>
                <a:lnTo>
                  <a:pt x="232466" y="44386"/>
                </a:lnTo>
                <a:lnTo>
                  <a:pt x="232875" y="44795"/>
                </a:lnTo>
                <a:lnTo>
                  <a:pt x="233080" y="44591"/>
                </a:lnTo>
                <a:lnTo>
                  <a:pt x="233182" y="44284"/>
                </a:lnTo>
                <a:lnTo>
                  <a:pt x="233489" y="44489"/>
                </a:lnTo>
                <a:lnTo>
                  <a:pt x="233386" y="44284"/>
                </a:lnTo>
                <a:lnTo>
                  <a:pt x="233591" y="44284"/>
                </a:lnTo>
                <a:lnTo>
                  <a:pt x="233693" y="44080"/>
                </a:lnTo>
                <a:lnTo>
                  <a:pt x="234205" y="44182"/>
                </a:lnTo>
                <a:lnTo>
                  <a:pt x="234614" y="43875"/>
                </a:lnTo>
                <a:lnTo>
                  <a:pt x="234614" y="42955"/>
                </a:lnTo>
                <a:lnTo>
                  <a:pt x="231034" y="39170"/>
                </a:lnTo>
                <a:lnTo>
                  <a:pt x="232261" y="38045"/>
                </a:lnTo>
                <a:lnTo>
                  <a:pt x="232057" y="36205"/>
                </a:lnTo>
                <a:lnTo>
                  <a:pt x="232057" y="36205"/>
                </a:lnTo>
                <a:lnTo>
                  <a:pt x="232364" y="36307"/>
                </a:lnTo>
                <a:lnTo>
                  <a:pt x="232670" y="35591"/>
                </a:lnTo>
                <a:lnTo>
                  <a:pt x="232977" y="35591"/>
                </a:lnTo>
                <a:lnTo>
                  <a:pt x="234102" y="36102"/>
                </a:lnTo>
                <a:lnTo>
                  <a:pt x="235739" y="30273"/>
                </a:lnTo>
                <a:lnTo>
                  <a:pt x="232670" y="25773"/>
                </a:lnTo>
                <a:lnTo>
                  <a:pt x="232670" y="25466"/>
                </a:lnTo>
                <a:lnTo>
                  <a:pt x="229909" y="24545"/>
                </a:lnTo>
                <a:lnTo>
                  <a:pt x="230420" y="25159"/>
                </a:lnTo>
                <a:lnTo>
                  <a:pt x="230318" y="25364"/>
                </a:lnTo>
                <a:lnTo>
                  <a:pt x="230114" y="24955"/>
                </a:lnTo>
                <a:lnTo>
                  <a:pt x="230114" y="25159"/>
                </a:lnTo>
                <a:lnTo>
                  <a:pt x="229500" y="25261"/>
                </a:lnTo>
                <a:lnTo>
                  <a:pt x="229602" y="24955"/>
                </a:lnTo>
                <a:lnTo>
                  <a:pt x="228886" y="24648"/>
                </a:lnTo>
                <a:lnTo>
                  <a:pt x="229193" y="25057"/>
                </a:lnTo>
                <a:lnTo>
                  <a:pt x="226841" y="23830"/>
                </a:lnTo>
                <a:lnTo>
                  <a:pt x="228068" y="21068"/>
                </a:lnTo>
                <a:lnTo>
                  <a:pt x="227864" y="20761"/>
                </a:lnTo>
                <a:lnTo>
                  <a:pt x="228170" y="20455"/>
                </a:lnTo>
                <a:lnTo>
                  <a:pt x="228170" y="20045"/>
                </a:lnTo>
                <a:lnTo>
                  <a:pt x="231034" y="19841"/>
                </a:lnTo>
                <a:lnTo>
                  <a:pt x="231034" y="19636"/>
                </a:lnTo>
                <a:lnTo>
                  <a:pt x="232875" y="19841"/>
                </a:lnTo>
                <a:lnTo>
                  <a:pt x="232568" y="19534"/>
                </a:lnTo>
                <a:lnTo>
                  <a:pt x="232875" y="19636"/>
                </a:lnTo>
                <a:lnTo>
                  <a:pt x="232670" y="19432"/>
                </a:lnTo>
                <a:lnTo>
                  <a:pt x="233898" y="19534"/>
                </a:lnTo>
                <a:lnTo>
                  <a:pt x="233795" y="19636"/>
                </a:lnTo>
                <a:lnTo>
                  <a:pt x="235432" y="19841"/>
                </a:lnTo>
                <a:lnTo>
                  <a:pt x="234716" y="19943"/>
                </a:lnTo>
                <a:lnTo>
                  <a:pt x="236250" y="19943"/>
                </a:lnTo>
                <a:lnTo>
                  <a:pt x="236250" y="19841"/>
                </a:lnTo>
                <a:lnTo>
                  <a:pt x="236966" y="19943"/>
                </a:lnTo>
                <a:lnTo>
                  <a:pt x="237068" y="19841"/>
                </a:lnTo>
                <a:lnTo>
                  <a:pt x="237580" y="19841"/>
                </a:lnTo>
                <a:lnTo>
                  <a:pt x="236557" y="19636"/>
                </a:lnTo>
                <a:lnTo>
                  <a:pt x="236148" y="18818"/>
                </a:lnTo>
                <a:lnTo>
                  <a:pt x="236352" y="17489"/>
                </a:lnTo>
                <a:lnTo>
                  <a:pt x="238602" y="17693"/>
                </a:lnTo>
                <a:lnTo>
                  <a:pt x="239011" y="18205"/>
                </a:lnTo>
                <a:lnTo>
                  <a:pt x="239216" y="18102"/>
                </a:lnTo>
                <a:lnTo>
                  <a:pt x="239625" y="18511"/>
                </a:lnTo>
                <a:lnTo>
                  <a:pt x="239932" y="18409"/>
                </a:lnTo>
                <a:lnTo>
                  <a:pt x="240341" y="17591"/>
                </a:lnTo>
                <a:lnTo>
                  <a:pt x="240239" y="17489"/>
                </a:lnTo>
                <a:lnTo>
                  <a:pt x="240648" y="17693"/>
                </a:lnTo>
                <a:lnTo>
                  <a:pt x="239727" y="16773"/>
                </a:lnTo>
                <a:lnTo>
                  <a:pt x="241364" y="16875"/>
                </a:lnTo>
                <a:lnTo>
                  <a:pt x="240648" y="16875"/>
                </a:lnTo>
                <a:lnTo>
                  <a:pt x="241875" y="18307"/>
                </a:lnTo>
                <a:lnTo>
                  <a:pt x="241261" y="18614"/>
                </a:lnTo>
                <a:lnTo>
                  <a:pt x="241261" y="19432"/>
                </a:lnTo>
                <a:lnTo>
                  <a:pt x="241159" y="19534"/>
                </a:lnTo>
                <a:lnTo>
                  <a:pt x="241057" y="20966"/>
                </a:lnTo>
                <a:lnTo>
                  <a:pt x="240648" y="20966"/>
                </a:lnTo>
                <a:lnTo>
                  <a:pt x="240750" y="21170"/>
                </a:lnTo>
                <a:lnTo>
                  <a:pt x="240443" y="21273"/>
                </a:lnTo>
                <a:lnTo>
                  <a:pt x="240852" y="21784"/>
                </a:lnTo>
                <a:lnTo>
                  <a:pt x="240852" y="22398"/>
                </a:lnTo>
                <a:lnTo>
                  <a:pt x="246784" y="27716"/>
                </a:lnTo>
                <a:lnTo>
                  <a:pt x="247091" y="26898"/>
                </a:lnTo>
                <a:lnTo>
                  <a:pt x="246273" y="25773"/>
                </a:lnTo>
                <a:lnTo>
                  <a:pt x="246273" y="25773"/>
                </a:lnTo>
                <a:lnTo>
                  <a:pt x="246580" y="25977"/>
                </a:lnTo>
                <a:lnTo>
                  <a:pt x="247398" y="25773"/>
                </a:lnTo>
                <a:lnTo>
                  <a:pt x="246477" y="24852"/>
                </a:lnTo>
                <a:lnTo>
                  <a:pt x="246580" y="24341"/>
                </a:lnTo>
                <a:lnTo>
                  <a:pt x="247193" y="24341"/>
                </a:lnTo>
                <a:lnTo>
                  <a:pt x="246068" y="22705"/>
                </a:lnTo>
                <a:lnTo>
                  <a:pt x="246170" y="22398"/>
                </a:lnTo>
                <a:lnTo>
                  <a:pt x="246375" y="22807"/>
                </a:lnTo>
                <a:lnTo>
                  <a:pt x="246784" y="22705"/>
                </a:lnTo>
                <a:lnTo>
                  <a:pt x="245045" y="21170"/>
                </a:lnTo>
                <a:lnTo>
                  <a:pt x="244330" y="21068"/>
                </a:lnTo>
                <a:lnTo>
                  <a:pt x="244432" y="21273"/>
                </a:lnTo>
                <a:lnTo>
                  <a:pt x="243614" y="20761"/>
                </a:lnTo>
                <a:lnTo>
                  <a:pt x="243307" y="19943"/>
                </a:lnTo>
                <a:lnTo>
                  <a:pt x="243409" y="19943"/>
                </a:lnTo>
                <a:lnTo>
                  <a:pt x="242898" y="19227"/>
                </a:lnTo>
                <a:lnTo>
                  <a:pt x="244023" y="19227"/>
                </a:lnTo>
                <a:lnTo>
                  <a:pt x="243818" y="19023"/>
                </a:lnTo>
                <a:lnTo>
                  <a:pt x="244330" y="18716"/>
                </a:lnTo>
                <a:lnTo>
                  <a:pt x="244943" y="19227"/>
                </a:lnTo>
                <a:lnTo>
                  <a:pt x="244943" y="18920"/>
                </a:lnTo>
                <a:lnTo>
                  <a:pt x="245250" y="18716"/>
                </a:lnTo>
                <a:lnTo>
                  <a:pt x="247807" y="19125"/>
                </a:lnTo>
                <a:lnTo>
                  <a:pt x="247398" y="18716"/>
                </a:lnTo>
                <a:lnTo>
                  <a:pt x="247909" y="18102"/>
                </a:lnTo>
                <a:lnTo>
                  <a:pt x="247807" y="18000"/>
                </a:lnTo>
                <a:lnTo>
                  <a:pt x="247909" y="17898"/>
                </a:lnTo>
                <a:lnTo>
                  <a:pt x="248011" y="17898"/>
                </a:lnTo>
                <a:lnTo>
                  <a:pt x="247807" y="17693"/>
                </a:lnTo>
                <a:lnTo>
                  <a:pt x="248011" y="17795"/>
                </a:lnTo>
                <a:lnTo>
                  <a:pt x="248011" y="17489"/>
                </a:lnTo>
                <a:lnTo>
                  <a:pt x="249545" y="16773"/>
                </a:lnTo>
                <a:lnTo>
                  <a:pt x="249136" y="16568"/>
                </a:lnTo>
                <a:lnTo>
                  <a:pt x="251182" y="16977"/>
                </a:lnTo>
                <a:lnTo>
                  <a:pt x="251080" y="16670"/>
                </a:lnTo>
                <a:lnTo>
                  <a:pt x="249443" y="15852"/>
                </a:lnTo>
                <a:lnTo>
                  <a:pt x="249443" y="15852"/>
                </a:lnTo>
                <a:lnTo>
                  <a:pt x="249545" y="15955"/>
                </a:lnTo>
                <a:lnTo>
                  <a:pt x="249545" y="15955"/>
                </a:lnTo>
                <a:lnTo>
                  <a:pt x="249136" y="15750"/>
                </a:lnTo>
                <a:lnTo>
                  <a:pt x="249239" y="15750"/>
                </a:lnTo>
                <a:lnTo>
                  <a:pt x="248011" y="15034"/>
                </a:lnTo>
                <a:lnTo>
                  <a:pt x="248114" y="15239"/>
                </a:lnTo>
                <a:lnTo>
                  <a:pt x="245045" y="14830"/>
                </a:lnTo>
                <a:lnTo>
                  <a:pt x="246682" y="14625"/>
                </a:lnTo>
                <a:lnTo>
                  <a:pt x="245761" y="14420"/>
                </a:lnTo>
                <a:lnTo>
                  <a:pt x="248318" y="14420"/>
                </a:lnTo>
                <a:lnTo>
                  <a:pt x="237375" y="10125"/>
                </a:lnTo>
                <a:lnTo>
                  <a:pt x="237477" y="10227"/>
                </a:lnTo>
                <a:lnTo>
                  <a:pt x="235330" y="10023"/>
                </a:lnTo>
                <a:lnTo>
                  <a:pt x="236864" y="11148"/>
                </a:lnTo>
                <a:lnTo>
                  <a:pt x="236864" y="11148"/>
                </a:lnTo>
                <a:lnTo>
                  <a:pt x="234000" y="10330"/>
                </a:lnTo>
                <a:lnTo>
                  <a:pt x="233795" y="10432"/>
                </a:lnTo>
                <a:lnTo>
                  <a:pt x="230523" y="10432"/>
                </a:lnTo>
                <a:lnTo>
                  <a:pt x="231136" y="11352"/>
                </a:lnTo>
                <a:lnTo>
                  <a:pt x="231136" y="11352"/>
                </a:lnTo>
                <a:lnTo>
                  <a:pt x="222034" y="9205"/>
                </a:lnTo>
                <a:lnTo>
                  <a:pt x="222239" y="9205"/>
                </a:lnTo>
                <a:lnTo>
                  <a:pt x="219375" y="8591"/>
                </a:lnTo>
                <a:lnTo>
                  <a:pt x="219886" y="8489"/>
                </a:lnTo>
                <a:lnTo>
                  <a:pt x="217636" y="8080"/>
                </a:lnTo>
                <a:lnTo>
                  <a:pt x="217330" y="8591"/>
                </a:lnTo>
                <a:lnTo>
                  <a:pt x="216614" y="8489"/>
                </a:lnTo>
                <a:lnTo>
                  <a:pt x="217023" y="8489"/>
                </a:lnTo>
                <a:lnTo>
                  <a:pt x="216716" y="8182"/>
                </a:lnTo>
                <a:lnTo>
                  <a:pt x="215693" y="8182"/>
                </a:lnTo>
                <a:lnTo>
                  <a:pt x="216920" y="8080"/>
                </a:lnTo>
                <a:lnTo>
                  <a:pt x="212727" y="7670"/>
                </a:lnTo>
                <a:lnTo>
                  <a:pt x="213341" y="7875"/>
                </a:lnTo>
                <a:lnTo>
                  <a:pt x="212420" y="8080"/>
                </a:lnTo>
                <a:lnTo>
                  <a:pt x="213239" y="8182"/>
                </a:lnTo>
                <a:lnTo>
                  <a:pt x="213034" y="8284"/>
                </a:lnTo>
                <a:lnTo>
                  <a:pt x="212932" y="8386"/>
                </a:lnTo>
                <a:lnTo>
                  <a:pt x="213852" y="8795"/>
                </a:lnTo>
                <a:lnTo>
                  <a:pt x="212830" y="8795"/>
                </a:lnTo>
                <a:lnTo>
                  <a:pt x="213034" y="9000"/>
                </a:lnTo>
                <a:lnTo>
                  <a:pt x="212830" y="9000"/>
                </a:lnTo>
                <a:lnTo>
                  <a:pt x="213034" y="9102"/>
                </a:lnTo>
                <a:lnTo>
                  <a:pt x="210886" y="8693"/>
                </a:lnTo>
                <a:lnTo>
                  <a:pt x="210580" y="8898"/>
                </a:lnTo>
                <a:lnTo>
                  <a:pt x="208739" y="8591"/>
                </a:lnTo>
                <a:lnTo>
                  <a:pt x="209045" y="9000"/>
                </a:lnTo>
                <a:lnTo>
                  <a:pt x="209045" y="9409"/>
                </a:lnTo>
                <a:lnTo>
                  <a:pt x="208534" y="9307"/>
                </a:lnTo>
                <a:lnTo>
                  <a:pt x="206591" y="8693"/>
                </a:lnTo>
                <a:lnTo>
                  <a:pt x="206898" y="8591"/>
                </a:lnTo>
                <a:lnTo>
                  <a:pt x="205057" y="8080"/>
                </a:lnTo>
                <a:lnTo>
                  <a:pt x="206386" y="8284"/>
                </a:lnTo>
                <a:lnTo>
                  <a:pt x="205364" y="7977"/>
                </a:lnTo>
                <a:lnTo>
                  <a:pt x="205773" y="7773"/>
                </a:lnTo>
                <a:lnTo>
                  <a:pt x="201068" y="7057"/>
                </a:lnTo>
                <a:lnTo>
                  <a:pt x="201682" y="7364"/>
                </a:lnTo>
                <a:lnTo>
                  <a:pt x="201170" y="7568"/>
                </a:lnTo>
                <a:lnTo>
                  <a:pt x="201477" y="7670"/>
                </a:lnTo>
                <a:lnTo>
                  <a:pt x="198205" y="7159"/>
                </a:lnTo>
                <a:lnTo>
                  <a:pt x="195034" y="7159"/>
                </a:lnTo>
                <a:lnTo>
                  <a:pt x="195443" y="7261"/>
                </a:lnTo>
                <a:lnTo>
                  <a:pt x="195545" y="7568"/>
                </a:lnTo>
                <a:lnTo>
                  <a:pt x="195955" y="7875"/>
                </a:lnTo>
                <a:lnTo>
                  <a:pt x="195545" y="7670"/>
                </a:lnTo>
                <a:lnTo>
                  <a:pt x="195545" y="7568"/>
                </a:lnTo>
                <a:lnTo>
                  <a:pt x="194830" y="7159"/>
                </a:lnTo>
                <a:lnTo>
                  <a:pt x="194830" y="6955"/>
                </a:lnTo>
                <a:lnTo>
                  <a:pt x="194216" y="6750"/>
                </a:lnTo>
                <a:lnTo>
                  <a:pt x="194011" y="6955"/>
                </a:lnTo>
                <a:lnTo>
                  <a:pt x="193193" y="6750"/>
                </a:lnTo>
                <a:lnTo>
                  <a:pt x="193295" y="6750"/>
                </a:lnTo>
                <a:lnTo>
                  <a:pt x="192989" y="6648"/>
                </a:lnTo>
                <a:lnTo>
                  <a:pt x="193091" y="6750"/>
                </a:lnTo>
                <a:lnTo>
                  <a:pt x="192375" y="6955"/>
                </a:lnTo>
                <a:lnTo>
                  <a:pt x="193193" y="6955"/>
                </a:lnTo>
                <a:lnTo>
                  <a:pt x="190432" y="7773"/>
                </a:lnTo>
                <a:lnTo>
                  <a:pt x="191966" y="6648"/>
                </a:lnTo>
                <a:lnTo>
                  <a:pt x="191966" y="6443"/>
                </a:lnTo>
                <a:lnTo>
                  <a:pt x="193193" y="5830"/>
                </a:lnTo>
                <a:lnTo>
                  <a:pt x="192068" y="5216"/>
                </a:lnTo>
                <a:lnTo>
                  <a:pt x="192068" y="5216"/>
                </a:lnTo>
                <a:lnTo>
                  <a:pt x="192989" y="5523"/>
                </a:lnTo>
                <a:lnTo>
                  <a:pt x="191966" y="4909"/>
                </a:lnTo>
                <a:lnTo>
                  <a:pt x="191966" y="5114"/>
                </a:lnTo>
                <a:lnTo>
                  <a:pt x="188489" y="4602"/>
                </a:lnTo>
                <a:lnTo>
                  <a:pt x="188489" y="4602"/>
                </a:lnTo>
                <a:lnTo>
                  <a:pt x="188591" y="4705"/>
                </a:lnTo>
                <a:lnTo>
                  <a:pt x="187670" y="4705"/>
                </a:lnTo>
                <a:lnTo>
                  <a:pt x="187977" y="4398"/>
                </a:lnTo>
                <a:lnTo>
                  <a:pt x="185830" y="4295"/>
                </a:lnTo>
                <a:lnTo>
                  <a:pt x="186648" y="4091"/>
                </a:lnTo>
                <a:lnTo>
                  <a:pt x="185114" y="3784"/>
                </a:lnTo>
                <a:close/>
                <a:moveTo>
                  <a:pt x="252818" y="91125"/>
                </a:moveTo>
                <a:lnTo>
                  <a:pt x="252307" y="92455"/>
                </a:lnTo>
                <a:lnTo>
                  <a:pt x="252205" y="92352"/>
                </a:lnTo>
                <a:lnTo>
                  <a:pt x="252000" y="92966"/>
                </a:lnTo>
                <a:lnTo>
                  <a:pt x="252102" y="93170"/>
                </a:lnTo>
                <a:lnTo>
                  <a:pt x="250364" y="97875"/>
                </a:lnTo>
                <a:lnTo>
                  <a:pt x="249341" y="98080"/>
                </a:lnTo>
                <a:lnTo>
                  <a:pt x="246375" y="95727"/>
                </a:lnTo>
                <a:lnTo>
                  <a:pt x="246170" y="95011"/>
                </a:lnTo>
                <a:lnTo>
                  <a:pt x="246886" y="93580"/>
                </a:lnTo>
                <a:lnTo>
                  <a:pt x="247091" y="93682"/>
                </a:lnTo>
                <a:lnTo>
                  <a:pt x="247705" y="92761"/>
                </a:lnTo>
                <a:lnTo>
                  <a:pt x="247193" y="92455"/>
                </a:lnTo>
                <a:lnTo>
                  <a:pt x="247091" y="92864"/>
                </a:lnTo>
                <a:lnTo>
                  <a:pt x="246784" y="92352"/>
                </a:lnTo>
                <a:lnTo>
                  <a:pt x="246886" y="92148"/>
                </a:lnTo>
                <a:lnTo>
                  <a:pt x="246886" y="92148"/>
                </a:lnTo>
                <a:lnTo>
                  <a:pt x="246170" y="92557"/>
                </a:lnTo>
                <a:lnTo>
                  <a:pt x="244227" y="91841"/>
                </a:lnTo>
                <a:lnTo>
                  <a:pt x="244023" y="91841"/>
                </a:lnTo>
                <a:lnTo>
                  <a:pt x="243716" y="91534"/>
                </a:lnTo>
                <a:lnTo>
                  <a:pt x="243307" y="91534"/>
                </a:lnTo>
                <a:lnTo>
                  <a:pt x="243818" y="91841"/>
                </a:lnTo>
                <a:lnTo>
                  <a:pt x="243920" y="92455"/>
                </a:lnTo>
                <a:lnTo>
                  <a:pt x="243614" y="92659"/>
                </a:lnTo>
                <a:lnTo>
                  <a:pt x="242591" y="92455"/>
                </a:lnTo>
                <a:lnTo>
                  <a:pt x="242182" y="92966"/>
                </a:lnTo>
                <a:lnTo>
                  <a:pt x="241977" y="92864"/>
                </a:lnTo>
                <a:lnTo>
                  <a:pt x="241977" y="93068"/>
                </a:lnTo>
                <a:lnTo>
                  <a:pt x="241773" y="93068"/>
                </a:lnTo>
                <a:lnTo>
                  <a:pt x="241466" y="93375"/>
                </a:lnTo>
                <a:lnTo>
                  <a:pt x="241466" y="93784"/>
                </a:lnTo>
                <a:lnTo>
                  <a:pt x="241159" y="93989"/>
                </a:lnTo>
                <a:lnTo>
                  <a:pt x="240852" y="95011"/>
                </a:lnTo>
                <a:lnTo>
                  <a:pt x="240955" y="95318"/>
                </a:lnTo>
                <a:lnTo>
                  <a:pt x="240750" y="95625"/>
                </a:lnTo>
                <a:lnTo>
                  <a:pt x="239420" y="95727"/>
                </a:lnTo>
                <a:lnTo>
                  <a:pt x="239318" y="95727"/>
                </a:lnTo>
                <a:lnTo>
                  <a:pt x="239318" y="95011"/>
                </a:lnTo>
                <a:lnTo>
                  <a:pt x="238500" y="94193"/>
                </a:lnTo>
                <a:lnTo>
                  <a:pt x="238295" y="94500"/>
                </a:lnTo>
                <a:lnTo>
                  <a:pt x="237784" y="94602"/>
                </a:lnTo>
                <a:lnTo>
                  <a:pt x="237375" y="95114"/>
                </a:lnTo>
                <a:lnTo>
                  <a:pt x="237273" y="95011"/>
                </a:lnTo>
                <a:lnTo>
                  <a:pt x="237273" y="94705"/>
                </a:lnTo>
                <a:lnTo>
                  <a:pt x="236557" y="95932"/>
                </a:lnTo>
                <a:lnTo>
                  <a:pt x="236250" y="95727"/>
                </a:lnTo>
                <a:lnTo>
                  <a:pt x="235943" y="96443"/>
                </a:lnTo>
                <a:lnTo>
                  <a:pt x="236148" y="96341"/>
                </a:lnTo>
                <a:lnTo>
                  <a:pt x="236045" y="96545"/>
                </a:lnTo>
                <a:lnTo>
                  <a:pt x="235841" y="96648"/>
                </a:lnTo>
                <a:lnTo>
                  <a:pt x="236148" y="96955"/>
                </a:lnTo>
                <a:lnTo>
                  <a:pt x="235023" y="97057"/>
                </a:lnTo>
                <a:lnTo>
                  <a:pt x="235125" y="97670"/>
                </a:lnTo>
                <a:lnTo>
                  <a:pt x="234818" y="98080"/>
                </a:lnTo>
                <a:lnTo>
                  <a:pt x="234614" y="97364"/>
                </a:lnTo>
                <a:lnTo>
                  <a:pt x="234307" y="97159"/>
                </a:lnTo>
                <a:lnTo>
                  <a:pt x="233795" y="97568"/>
                </a:lnTo>
                <a:lnTo>
                  <a:pt x="233489" y="98795"/>
                </a:lnTo>
                <a:lnTo>
                  <a:pt x="225511" y="103193"/>
                </a:lnTo>
                <a:lnTo>
                  <a:pt x="225614" y="102477"/>
                </a:lnTo>
                <a:lnTo>
                  <a:pt x="224591" y="105034"/>
                </a:lnTo>
                <a:lnTo>
                  <a:pt x="224795" y="106466"/>
                </a:lnTo>
                <a:lnTo>
                  <a:pt x="224386" y="106977"/>
                </a:lnTo>
                <a:lnTo>
                  <a:pt x="224386" y="107386"/>
                </a:lnTo>
                <a:lnTo>
                  <a:pt x="224080" y="106875"/>
                </a:lnTo>
                <a:lnTo>
                  <a:pt x="223977" y="106977"/>
                </a:lnTo>
                <a:lnTo>
                  <a:pt x="223875" y="106977"/>
                </a:lnTo>
                <a:lnTo>
                  <a:pt x="224284" y="113318"/>
                </a:lnTo>
                <a:lnTo>
                  <a:pt x="222955" y="115261"/>
                </a:lnTo>
                <a:lnTo>
                  <a:pt x="223159" y="115364"/>
                </a:lnTo>
                <a:lnTo>
                  <a:pt x="223568" y="115773"/>
                </a:lnTo>
                <a:lnTo>
                  <a:pt x="228989" y="114852"/>
                </a:lnTo>
                <a:lnTo>
                  <a:pt x="229193" y="114955"/>
                </a:lnTo>
                <a:lnTo>
                  <a:pt x="237068" y="112500"/>
                </a:lnTo>
                <a:lnTo>
                  <a:pt x="239932" y="113216"/>
                </a:lnTo>
                <a:lnTo>
                  <a:pt x="240136" y="113523"/>
                </a:lnTo>
                <a:lnTo>
                  <a:pt x="240034" y="113727"/>
                </a:lnTo>
                <a:lnTo>
                  <a:pt x="240341" y="115364"/>
                </a:lnTo>
                <a:lnTo>
                  <a:pt x="240034" y="115568"/>
                </a:lnTo>
                <a:lnTo>
                  <a:pt x="240341" y="115977"/>
                </a:lnTo>
                <a:lnTo>
                  <a:pt x="240648" y="115977"/>
                </a:lnTo>
                <a:lnTo>
                  <a:pt x="240648" y="115670"/>
                </a:lnTo>
                <a:lnTo>
                  <a:pt x="243205" y="113523"/>
                </a:lnTo>
                <a:lnTo>
                  <a:pt x="241261" y="116284"/>
                </a:lnTo>
                <a:lnTo>
                  <a:pt x="242795" y="115159"/>
                </a:lnTo>
                <a:lnTo>
                  <a:pt x="242795" y="115977"/>
                </a:lnTo>
                <a:lnTo>
                  <a:pt x="242182" y="116693"/>
                </a:lnTo>
                <a:lnTo>
                  <a:pt x="242182" y="116693"/>
                </a:lnTo>
                <a:lnTo>
                  <a:pt x="242898" y="116489"/>
                </a:lnTo>
                <a:lnTo>
                  <a:pt x="243000" y="116591"/>
                </a:lnTo>
                <a:lnTo>
                  <a:pt x="243102" y="116591"/>
                </a:lnTo>
                <a:lnTo>
                  <a:pt x="243102" y="116693"/>
                </a:lnTo>
                <a:lnTo>
                  <a:pt x="243000" y="116591"/>
                </a:lnTo>
                <a:lnTo>
                  <a:pt x="242898" y="116591"/>
                </a:lnTo>
                <a:lnTo>
                  <a:pt x="243000" y="119148"/>
                </a:lnTo>
                <a:lnTo>
                  <a:pt x="244739" y="119864"/>
                </a:lnTo>
                <a:lnTo>
                  <a:pt x="246273" y="119352"/>
                </a:lnTo>
                <a:lnTo>
                  <a:pt x="246170" y="119352"/>
                </a:lnTo>
                <a:lnTo>
                  <a:pt x="246784" y="119148"/>
                </a:lnTo>
                <a:lnTo>
                  <a:pt x="246784" y="119148"/>
                </a:lnTo>
                <a:lnTo>
                  <a:pt x="246273" y="119557"/>
                </a:lnTo>
                <a:lnTo>
                  <a:pt x="246989" y="119557"/>
                </a:lnTo>
                <a:lnTo>
                  <a:pt x="246784" y="119761"/>
                </a:lnTo>
                <a:lnTo>
                  <a:pt x="247193" y="120375"/>
                </a:lnTo>
                <a:lnTo>
                  <a:pt x="247500" y="120068"/>
                </a:lnTo>
                <a:lnTo>
                  <a:pt x="247295" y="120068"/>
                </a:lnTo>
                <a:lnTo>
                  <a:pt x="254148" y="115057"/>
                </a:lnTo>
                <a:lnTo>
                  <a:pt x="254045" y="114955"/>
                </a:lnTo>
                <a:lnTo>
                  <a:pt x="258648" y="109432"/>
                </a:lnTo>
                <a:lnTo>
                  <a:pt x="259261" y="106773"/>
                </a:lnTo>
                <a:lnTo>
                  <a:pt x="258648" y="104932"/>
                </a:lnTo>
                <a:lnTo>
                  <a:pt x="258034" y="104420"/>
                </a:lnTo>
                <a:lnTo>
                  <a:pt x="257932" y="103193"/>
                </a:lnTo>
                <a:lnTo>
                  <a:pt x="257318" y="103193"/>
                </a:lnTo>
                <a:lnTo>
                  <a:pt x="257318" y="103091"/>
                </a:lnTo>
                <a:lnTo>
                  <a:pt x="257114" y="103091"/>
                </a:lnTo>
                <a:lnTo>
                  <a:pt x="256909" y="101148"/>
                </a:lnTo>
                <a:lnTo>
                  <a:pt x="254966" y="99614"/>
                </a:lnTo>
                <a:lnTo>
                  <a:pt x="254761" y="95318"/>
                </a:lnTo>
                <a:lnTo>
                  <a:pt x="254250" y="94807"/>
                </a:lnTo>
                <a:lnTo>
                  <a:pt x="253739" y="94909"/>
                </a:lnTo>
                <a:lnTo>
                  <a:pt x="252920" y="91227"/>
                </a:lnTo>
                <a:lnTo>
                  <a:pt x="252818" y="91125"/>
                </a:lnTo>
                <a:close/>
                <a:moveTo>
                  <a:pt x="272352" y="115466"/>
                </a:moveTo>
                <a:lnTo>
                  <a:pt x="272352" y="116591"/>
                </a:lnTo>
                <a:lnTo>
                  <a:pt x="272659" y="116386"/>
                </a:lnTo>
                <a:lnTo>
                  <a:pt x="272352" y="116693"/>
                </a:lnTo>
                <a:lnTo>
                  <a:pt x="272352" y="117511"/>
                </a:lnTo>
                <a:lnTo>
                  <a:pt x="272557" y="117000"/>
                </a:lnTo>
                <a:lnTo>
                  <a:pt x="272557" y="117307"/>
                </a:lnTo>
                <a:lnTo>
                  <a:pt x="272659" y="117205"/>
                </a:lnTo>
                <a:lnTo>
                  <a:pt x="272455" y="117716"/>
                </a:lnTo>
                <a:lnTo>
                  <a:pt x="272352" y="117614"/>
                </a:lnTo>
                <a:lnTo>
                  <a:pt x="272352" y="118125"/>
                </a:lnTo>
                <a:lnTo>
                  <a:pt x="272659" y="118227"/>
                </a:lnTo>
                <a:lnTo>
                  <a:pt x="272352" y="118330"/>
                </a:lnTo>
                <a:lnTo>
                  <a:pt x="272352" y="118227"/>
                </a:lnTo>
                <a:lnTo>
                  <a:pt x="270920" y="120170"/>
                </a:lnTo>
                <a:lnTo>
                  <a:pt x="270205" y="120477"/>
                </a:lnTo>
                <a:lnTo>
                  <a:pt x="270716" y="121398"/>
                </a:lnTo>
                <a:lnTo>
                  <a:pt x="269386" y="122523"/>
                </a:lnTo>
                <a:lnTo>
                  <a:pt x="269591" y="122420"/>
                </a:lnTo>
                <a:lnTo>
                  <a:pt x="269489" y="122625"/>
                </a:lnTo>
                <a:lnTo>
                  <a:pt x="270102" y="122625"/>
                </a:lnTo>
                <a:lnTo>
                  <a:pt x="275216" y="118739"/>
                </a:lnTo>
                <a:lnTo>
                  <a:pt x="274091" y="119148"/>
                </a:lnTo>
                <a:lnTo>
                  <a:pt x="273273" y="118739"/>
                </a:lnTo>
                <a:lnTo>
                  <a:pt x="273580" y="117818"/>
                </a:lnTo>
                <a:lnTo>
                  <a:pt x="273477" y="117818"/>
                </a:lnTo>
                <a:lnTo>
                  <a:pt x="273477" y="117614"/>
                </a:lnTo>
                <a:lnTo>
                  <a:pt x="273170" y="118330"/>
                </a:lnTo>
                <a:lnTo>
                  <a:pt x="272659" y="117920"/>
                </a:lnTo>
                <a:lnTo>
                  <a:pt x="273273" y="116284"/>
                </a:lnTo>
                <a:lnTo>
                  <a:pt x="273068" y="116386"/>
                </a:lnTo>
                <a:lnTo>
                  <a:pt x="272761" y="115875"/>
                </a:lnTo>
                <a:lnTo>
                  <a:pt x="272557" y="115977"/>
                </a:lnTo>
                <a:lnTo>
                  <a:pt x="272557" y="115977"/>
                </a:lnTo>
                <a:lnTo>
                  <a:pt x="272659" y="115466"/>
                </a:lnTo>
                <a:close/>
                <a:moveTo>
                  <a:pt x="246959" y="123166"/>
                </a:moveTo>
                <a:lnTo>
                  <a:pt x="246901" y="123224"/>
                </a:lnTo>
                <a:lnTo>
                  <a:pt x="246901" y="123224"/>
                </a:lnTo>
                <a:lnTo>
                  <a:pt x="246959" y="123166"/>
                </a:lnTo>
                <a:close/>
                <a:moveTo>
                  <a:pt x="246901" y="123224"/>
                </a:moveTo>
                <a:lnTo>
                  <a:pt x="246886" y="123239"/>
                </a:lnTo>
                <a:lnTo>
                  <a:pt x="246784" y="123443"/>
                </a:lnTo>
                <a:lnTo>
                  <a:pt x="246784" y="123443"/>
                </a:lnTo>
                <a:lnTo>
                  <a:pt x="246901" y="123224"/>
                </a:lnTo>
                <a:close/>
                <a:moveTo>
                  <a:pt x="244841" y="121807"/>
                </a:moveTo>
                <a:lnTo>
                  <a:pt x="244330" y="123341"/>
                </a:lnTo>
                <a:lnTo>
                  <a:pt x="244432" y="123341"/>
                </a:lnTo>
                <a:lnTo>
                  <a:pt x="244330" y="123648"/>
                </a:lnTo>
                <a:lnTo>
                  <a:pt x="244227" y="123443"/>
                </a:lnTo>
                <a:lnTo>
                  <a:pt x="244330" y="124466"/>
                </a:lnTo>
                <a:lnTo>
                  <a:pt x="244023" y="124670"/>
                </a:lnTo>
                <a:lnTo>
                  <a:pt x="244739" y="124670"/>
                </a:lnTo>
                <a:lnTo>
                  <a:pt x="245659" y="123955"/>
                </a:lnTo>
                <a:lnTo>
                  <a:pt x="245557" y="124159"/>
                </a:lnTo>
                <a:lnTo>
                  <a:pt x="245557" y="124159"/>
                </a:lnTo>
                <a:lnTo>
                  <a:pt x="245966" y="124057"/>
                </a:lnTo>
                <a:lnTo>
                  <a:pt x="245761" y="124364"/>
                </a:lnTo>
                <a:lnTo>
                  <a:pt x="246901" y="123224"/>
                </a:lnTo>
                <a:lnTo>
                  <a:pt x="247602" y="121909"/>
                </a:lnTo>
                <a:lnTo>
                  <a:pt x="246375" y="122318"/>
                </a:lnTo>
                <a:lnTo>
                  <a:pt x="244841" y="121807"/>
                </a:lnTo>
                <a:close/>
                <a:moveTo>
                  <a:pt x="265623" y="124957"/>
                </a:moveTo>
                <a:lnTo>
                  <a:pt x="265500" y="124977"/>
                </a:lnTo>
                <a:lnTo>
                  <a:pt x="265705" y="124977"/>
                </a:lnTo>
                <a:lnTo>
                  <a:pt x="265623" y="124957"/>
                </a:lnTo>
                <a:close/>
                <a:moveTo>
                  <a:pt x="268568" y="121705"/>
                </a:moveTo>
                <a:lnTo>
                  <a:pt x="265091" y="124057"/>
                </a:lnTo>
                <a:lnTo>
                  <a:pt x="265193" y="123852"/>
                </a:lnTo>
                <a:lnTo>
                  <a:pt x="265193" y="123852"/>
                </a:lnTo>
                <a:lnTo>
                  <a:pt x="264784" y="124159"/>
                </a:lnTo>
                <a:lnTo>
                  <a:pt x="264580" y="124261"/>
                </a:lnTo>
                <a:lnTo>
                  <a:pt x="264375" y="124261"/>
                </a:lnTo>
                <a:lnTo>
                  <a:pt x="264375" y="124364"/>
                </a:lnTo>
                <a:lnTo>
                  <a:pt x="260489" y="126102"/>
                </a:lnTo>
                <a:lnTo>
                  <a:pt x="260489" y="126102"/>
                </a:lnTo>
                <a:lnTo>
                  <a:pt x="260591" y="126000"/>
                </a:lnTo>
                <a:lnTo>
                  <a:pt x="259466" y="126818"/>
                </a:lnTo>
                <a:lnTo>
                  <a:pt x="259670" y="126818"/>
                </a:lnTo>
                <a:lnTo>
                  <a:pt x="259364" y="126920"/>
                </a:lnTo>
                <a:lnTo>
                  <a:pt x="259568" y="126920"/>
                </a:lnTo>
                <a:lnTo>
                  <a:pt x="259063" y="127173"/>
                </a:lnTo>
                <a:lnTo>
                  <a:pt x="259063" y="127173"/>
                </a:lnTo>
                <a:lnTo>
                  <a:pt x="259159" y="127125"/>
                </a:lnTo>
                <a:lnTo>
                  <a:pt x="258955" y="127330"/>
                </a:lnTo>
                <a:lnTo>
                  <a:pt x="259261" y="127227"/>
                </a:lnTo>
                <a:lnTo>
                  <a:pt x="258955" y="127432"/>
                </a:lnTo>
                <a:lnTo>
                  <a:pt x="259670" y="127636"/>
                </a:lnTo>
                <a:lnTo>
                  <a:pt x="259875" y="127841"/>
                </a:lnTo>
                <a:lnTo>
                  <a:pt x="265295" y="124875"/>
                </a:lnTo>
                <a:lnTo>
                  <a:pt x="265623" y="124957"/>
                </a:lnTo>
                <a:lnTo>
                  <a:pt x="265623" y="124957"/>
                </a:lnTo>
                <a:lnTo>
                  <a:pt x="266114" y="124875"/>
                </a:lnTo>
                <a:lnTo>
                  <a:pt x="266011" y="124670"/>
                </a:lnTo>
                <a:lnTo>
                  <a:pt x="265909" y="124670"/>
                </a:lnTo>
                <a:lnTo>
                  <a:pt x="269284" y="122318"/>
                </a:lnTo>
                <a:lnTo>
                  <a:pt x="268875" y="122420"/>
                </a:lnTo>
                <a:lnTo>
                  <a:pt x="268875" y="122420"/>
                </a:lnTo>
                <a:lnTo>
                  <a:pt x="269080" y="122318"/>
                </a:lnTo>
                <a:lnTo>
                  <a:pt x="269284" y="122216"/>
                </a:lnTo>
                <a:lnTo>
                  <a:pt x="269284" y="122216"/>
                </a:lnTo>
                <a:lnTo>
                  <a:pt x="268670" y="122420"/>
                </a:lnTo>
                <a:lnTo>
                  <a:pt x="269080" y="122114"/>
                </a:lnTo>
                <a:lnTo>
                  <a:pt x="268159" y="122420"/>
                </a:lnTo>
                <a:lnTo>
                  <a:pt x="268261" y="122011"/>
                </a:lnTo>
                <a:lnTo>
                  <a:pt x="268568" y="121705"/>
                </a:lnTo>
                <a:close/>
                <a:moveTo>
                  <a:pt x="76909" y="132648"/>
                </a:moveTo>
                <a:lnTo>
                  <a:pt x="77216" y="132852"/>
                </a:lnTo>
                <a:lnTo>
                  <a:pt x="77011" y="132955"/>
                </a:lnTo>
                <a:lnTo>
                  <a:pt x="77216" y="133057"/>
                </a:lnTo>
                <a:lnTo>
                  <a:pt x="76807" y="133261"/>
                </a:lnTo>
                <a:lnTo>
                  <a:pt x="77625" y="133057"/>
                </a:lnTo>
                <a:lnTo>
                  <a:pt x="77830" y="132750"/>
                </a:lnTo>
                <a:lnTo>
                  <a:pt x="76909" y="132648"/>
                </a:lnTo>
                <a:close/>
                <a:moveTo>
                  <a:pt x="78136" y="132545"/>
                </a:moveTo>
                <a:lnTo>
                  <a:pt x="78136" y="133261"/>
                </a:lnTo>
                <a:lnTo>
                  <a:pt x="78648" y="133364"/>
                </a:lnTo>
                <a:lnTo>
                  <a:pt x="78545" y="133159"/>
                </a:lnTo>
                <a:lnTo>
                  <a:pt x="78852" y="133057"/>
                </a:lnTo>
                <a:lnTo>
                  <a:pt x="78955" y="132852"/>
                </a:lnTo>
                <a:lnTo>
                  <a:pt x="79057" y="132750"/>
                </a:lnTo>
                <a:lnTo>
                  <a:pt x="78750" y="132852"/>
                </a:lnTo>
                <a:lnTo>
                  <a:pt x="78443" y="132648"/>
                </a:lnTo>
                <a:lnTo>
                  <a:pt x="78545" y="132648"/>
                </a:lnTo>
                <a:lnTo>
                  <a:pt x="78136" y="132545"/>
                </a:lnTo>
                <a:close/>
                <a:moveTo>
                  <a:pt x="78136" y="133261"/>
                </a:moveTo>
                <a:lnTo>
                  <a:pt x="78136" y="133568"/>
                </a:lnTo>
                <a:lnTo>
                  <a:pt x="78341" y="133364"/>
                </a:lnTo>
                <a:lnTo>
                  <a:pt x="78136" y="133261"/>
                </a:lnTo>
                <a:close/>
                <a:moveTo>
                  <a:pt x="68830" y="133875"/>
                </a:moveTo>
                <a:lnTo>
                  <a:pt x="67970" y="133970"/>
                </a:lnTo>
                <a:lnTo>
                  <a:pt x="67970" y="133970"/>
                </a:lnTo>
                <a:lnTo>
                  <a:pt x="68114" y="133875"/>
                </a:lnTo>
                <a:close/>
                <a:moveTo>
                  <a:pt x="63920" y="8386"/>
                </a:moveTo>
                <a:lnTo>
                  <a:pt x="62795" y="8795"/>
                </a:lnTo>
                <a:lnTo>
                  <a:pt x="63000" y="8795"/>
                </a:lnTo>
                <a:lnTo>
                  <a:pt x="62182" y="9000"/>
                </a:lnTo>
                <a:lnTo>
                  <a:pt x="61568" y="10330"/>
                </a:lnTo>
                <a:lnTo>
                  <a:pt x="62693" y="10534"/>
                </a:lnTo>
                <a:lnTo>
                  <a:pt x="62693" y="10636"/>
                </a:lnTo>
                <a:lnTo>
                  <a:pt x="62386" y="10739"/>
                </a:lnTo>
                <a:lnTo>
                  <a:pt x="62591" y="10636"/>
                </a:lnTo>
                <a:lnTo>
                  <a:pt x="61977" y="10841"/>
                </a:lnTo>
                <a:lnTo>
                  <a:pt x="62080" y="10841"/>
                </a:lnTo>
                <a:lnTo>
                  <a:pt x="61568" y="11148"/>
                </a:lnTo>
                <a:lnTo>
                  <a:pt x="62182" y="11250"/>
                </a:lnTo>
                <a:lnTo>
                  <a:pt x="60136" y="12068"/>
                </a:lnTo>
                <a:lnTo>
                  <a:pt x="59727" y="12784"/>
                </a:lnTo>
                <a:lnTo>
                  <a:pt x="59216" y="12784"/>
                </a:lnTo>
                <a:lnTo>
                  <a:pt x="59216" y="13091"/>
                </a:lnTo>
                <a:lnTo>
                  <a:pt x="59114" y="12682"/>
                </a:lnTo>
                <a:lnTo>
                  <a:pt x="59420" y="12682"/>
                </a:lnTo>
                <a:lnTo>
                  <a:pt x="59727" y="12477"/>
                </a:lnTo>
                <a:lnTo>
                  <a:pt x="59420" y="12477"/>
                </a:lnTo>
                <a:lnTo>
                  <a:pt x="60239" y="11557"/>
                </a:lnTo>
                <a:lnTo>
                  <a:pt x="59523" y="11761"/>
                </a:lnTo>
                <a:lnTo>
                  <a:pt x="59523" y="11761"/>
                </a:lnTo>
                <a:lnTo>
                  <a:pt x="59932" y="11557"/>
                </a:lnTo>
                <a:lnTo>
                  <a:pt x="59523" y="11557"/>
                </a:lnTo>
                <a:lnTo>
                  <a:pt x="59420" y="11352"/>
                </a:lnTo>
                <a:lnTo>
                  <a:pt x="58602" y="11455"/>
                </a:lnTo>
                <a:lnTo>
                  <a:pt x="58500" y="11864"/>
                </a:lnTo>
                <a:lnTo>
                  <a:pt x="59114" y="11966"/>
                </a:lnTo>
                <a:lnTo>
                  <a:pt x="58500" y="12068"/>
                </a:lnTo>
                <a:lnTo>
                  <a:pt x="58295" y="11761"/>
                </a:lnTo>
                <a:lnTo>
                  <a:pt x="58295" y="11966"/>
                </a:lnTo>
                <a:lnTo>
                  <a:pt x="54307" y="11557"/>
                </a:lnTo>
                <a:lnTo>
                  <a:pt x="53795" y="11045"/>
                </a:lnTo>
                <a:lnTo>
                  <a:pt x="51750" y="11557"/>
                </a:lnTo>
                <a:lnTo>
                  <a:pt x="54000" y="11250"/>
                </a:lnTo>
                <a:lnTo>
                  <a:pt x="54000" y="11250"/>
                </a:lnTo>
                <a:lnTo>
                  <a:pt x="52057" y="11966"/>
                </a:lnTo>
                <a:lnTo>
                  <a:pt x="51239" y="13193"/>
                </a:lnTo>
                <a:lnTo>
                  <a:pt x="50932" y="12068"/>
                </a:lnTo>
                <a:lnTo>
                  <a:pt x="50727" y="11966"/>
                </a:lnTo>
                <a:lnTo>
                  <a:pt x="50625" y="11864"/>
                </a:lnTo>
                <a:lnTo>
                  <a:pt x="46943" y="11864"/>
                </a:lnTo>
                <a:lnTo>
                  <a:pt x="48375" y="11455"/>
                </a:lnTo>
                <a:lnTo>
                  <a:pt x="42341" y="10636"/>
                </a:lnTo>
                <a:lnTo>
                  <a:pt x="42852" y="10330"/>
                </a:lnTo>
                <a:lnTo>
                  <a:pt x="43057" y="9920"/>
                </a:lnTo>
                <a:lnTo>
                  <a:pt x="42545" y="10023"/>
                </a:lnTo>
                <a:lnTo>
                  <a:pt x="42750" y="10125"/>
                </a:lnTo>
                <a:lnTo>
                  <a:pt x="41420" y="10636"/>
                </a:lnTo>
                <a:lnTo>
                  <a:pt x="41420" y="9920"/>
                </a:lnTo>
                <a:lnTo>
                  <a:pt x="40909" y="9716"/>
                </a:lnTo>
                <a:lnTo>
                  <a:pt x="40909" y="9716"/>
                </a:lnTo>
                <a:lnTo>
                  <a:pt x="41011" y="9818"/>
                </a:lnTo>
                <a:lnTo>
                  <a:pt x="41114" y="9818"/>
                </a:lnTo>
                <a:lnTo>
                  <a:pt x="39580" y="10330"/>
                </a:lnTo>
                <a:lnTo>
                  <a:pt x="39989" y="10125"/>
                </a:lnTo>
                <a:lnTo>
                  <a:pt x="37841" y="10739"/>
                </a:lnTo>
                <a:lnTo>
                  <a:pt x="38045" y="10534"/>
                </a:lnTo>
                <a:lnTo>
                  <a:pt x="37739" y="10636"/>
                </a:lnTo>
                <a:lnTo>
                  <a:pt x="37841" y="10636"/>
                </a:lnTo>
                <a:lnTo>
                  <a:pt x="36409" y="11045"/>
                </a:lnTo>
                <a:lnTo>
                  <a:pt x="36102" y="11045"/>
                </a:lnTo>
                <a:lnTo>
                  <a:pt x="35898" y="11148"/>
                </a:lnTo>
                <a:lnTo>
                  <a:pt x="35898" y="11045"/>
                </a:lnTo>
                <a:lnTo>
                  <a:pt x="36102" y="11045"/>
                </a:lnTo>
                <a:lnTo>
                  <a:pt x="39682" y="9920"/>
                </a:lnTo>
                <a:lnTo>
                  <a:pt x="37330" y="10330"/>
                </a:lnTo>
                <a:lnTo>
                  <a:pt x="37432" y="10330"/>
                </a:lnTo>
                <a:lnTo>
                  <a:pt x="35795" y="10739"/>
                </a:lnTo>
                <a:lnTo>
                  <a:pt x="36307" y="10534"/>
                </a:lnTo>
                <a:lnTo>
                  <a:pt x="34466" y="10841"/>
                </a:lnTo>
                <a:lnTo>
                  <a:pt x="34670" y="10943"/>
                </a:lnTo>
                <a:lnTo>
                  <a:pt x="34364" y="11045"/>
                </a:lnTo>
                <a:lnTo>
                  <a:pt x="34568" y="11148"/>
                </a:lnTo>
                <a:lnTo>
                  <a:pt x="25466" y="9716"/>
                </a:lnTo>
                <a:lnTo>
                  <a:pt x="25773" y="9614"/>
                </a:lnTo>
                <a:lnTo>
                  <a:pt x="25466" y="9614"/>
                </a:lnTo>
                <a:lnTo>
                  <a:pt x="25466" y="9511"/>
                </a:lnTo>
                <a:lnTo>
                  <a:pt x="25364" y="9511"/>
                </a:lnTo>
                <a:lnTo>
                  <a:pt x="25773" y="9409"/>
                </a:lnTo>
                <a:lnTo>
                  <a:pt x="24239" y="9307"/>
                </a:lnTo>
                <a:lnTo>
                  <a:pt x="24341" y="9205"/>
                </a:lnTo>
                <a:lnTo>
                  <a:pt x="23318" y="9409"/>
                </a:lnTo>
                <a:lnTo>
                  <a:pt x="23318" y="9307"/>
                </a:lnTo>
                <a:lnTo>
                  <a:pt x="24034" y="9102"/>
                </a:lnTo>
                <a:lnTo>
                  <a:pt x="23625" y="9000"/>
                </a:lnTo>
                <a:lnTo>
                  <a:pt x="23727" y="8898"/>
                </a:lnTo>
                <a:lnTo>
                  <a:pt x="23727" y="8898"/>
                </a:lnTo>
                <a:lnTo>
                  <a:pt x="21068" y="9409"/>
                </a:lnTo>
                <a:lnTo>
                  <a:pt x="21068" y="9409"/>
                </a:lnTo>
                <a:lnTo>
                  <a:pt x="21273" y="9307"/>
                </a:lnTo>
                <a:lnTo>
                  <a:pt x="20455" y="9511"/>
                </a:lnTo>
                <a:lnTo>
                  <a:pt x="20761" y="9614"/>
                </a:lnTo>
                <a:lnTo>
                  <a:pt x="20148" y="9818"/>
                </a:lnTo>
                <a:lnTo>
                  <a:pt x="20045" y="9818"/>
                </a:lnTo>
                <a:lnTo>
                  <a:pt x="20455" y="9614"/>
                </a:lnTo>
                <a:lnTo>
                  <a:pt x="18637" y="9901"/>
                </a:lnTo>
                <a:lnTo>
                  <a:pt x="18637" y="9901"/>
                </a:lnTo>
                <a:lnTo>
                  <a:pt x="13295" y="11455"/>
                </a:lnTo>
                <a:lnTo>
                  <a:pt x="13398" y="11455"/>
                </a:lnTo>
                <a:lnTo>
                  <a:pt x="13193" y="11557"/>
                </a:lnTo>
                <a:lnTo>
                  <a:pt x="14011" y="12273"/>
                </a:lnTo>
                <a:lnTo>
                  <a:pt x="13909" y="12682"/>
                </a:lnTo>
                <a:lnTo>
                  <a:pt x="14625" y="12580"/>
                </a:lnTo>
                <a:lnTo>
                  <a:pt x="14625" y="12580"/>
                </a:lnTo>
                <a:lnTo>
                  <a:pt x="14523" y="12682"/>
                </a:lnTo>
                <a:lnTo>
                  <a:pt x="14932" y="12682"/>
                </a:lnTo>
                <a:lnTo>
                  <a:pt x="14523" y="12989"/>
                </a:lnTo>
                <a:lnTo>
                  <a:pt x="15341" y="13091"/>
                </a:lnTo>
                <a:lnTo>
                  <a:pt x="14727" y="13193"/>
                </a:lnTo>
                <a:lnTo>
                  <a:pt x="14523" y="12989"/>
                </a:lnTo>
                <a:lnTo>
                  <a:pt x="14420" y="12886"/>
                </a:lnTo>
                <a:lnTo>
                  <a:pt x="14420" y="12784"/>
                </a:lnTo>
                <a:lnTo>
                  <a:pt x="14114" y="12989"/>
                </a:lnTo>
                <a:lnTo>
                  <a:pt x="14114" y="13295"/>
                </a:lnTo>
                <a:lnTo>
                  <a:pt x="14523" y="13295"/>
                </a:lnTo>
                <a:lnTo>
                  <a:pt x="14420" y="13398"/>
                </a:lnTo>
                <a:lnTo>
                  <a:pt x="12375" y="13398"/>
                </a:lnTo>
                <a:lnTo>
                  <a:pt x="12886" y="13091"/>
                </a:lnTo>
                <a:lnTo>
                  <a:pt x="11250" y="13398"/>
                </a:lnTo>
                <a:lnTo>
                  <a:pt x="11352" y="13398"/>
                </a:lnTo>
                <a:lnTo>
                  <a:pt x="9205" y="13909"/>
                </a:lnTo>
                <a:lnTo>
                  <a:pt x="9818" y="14216"/>
                </a:lnTo>
                <a:lnTo>
                  <a:pt x="9102" y="14318"/>
                </a:lnTo>
                <a:lnTo>
                  <a:pt x="9205" y="14523"/>
                </a:lnTo>
                <a:lnTo>
                  <a:pt x="9102" y="14932"/>
                </a:lnTo>
                <a:lnTo>
                  <a:pt x="11045" y="14932"/>
                </a:lnTo>
                <a:lnTo>
                  <a:pt x="11045" y="15034"/>
                </a:lnTo>
                <a:lnTo>
                  <a:pt x="12580" y="14625"/>
                </a:lnTo>
                <a:lnTo>
                  <a:pt x="12784" y="14830"/>
                </a:lnTo>
                <a:lnTo>
                  <a:pt x="12068" y="15034"/>
                </a:lnTo>
                <a:lnTo>
                  <a:pt x="11659" y="15648"/>
                </a:lnTo>
                <a:lnTo>
                  <a:pt x="10534" y="15852"/>
                </a:lnTo>
                <a:lnTo>
                  <a:pt x="8795" y="16261"/>
                </a:lnTo>
                <a:lnTo>
                  <a:pt x="8489" y="16159"/>
                </a:lnTo>
                <a:lnTo>
                  <a:pt x="7745" y="16624"/>
                </a:lnTo>
                <a:lnTo>
                  <a:pt x="7745" y="16624"/>
                </a:lnTo>
                <a:lnTo>
                  <a:pt x="5727" y="17489"/>
                </a:lnTo>
                <a:lnTo>
                  <a:pt x="5830" y="17489"/>
                </a:lnTo>
                <a:lnTo>
                  <a:pt x="5420" y="17693"/>
                </a:lnTo>
                <a:lnTo>
                  <a:pt x="5625" y="17693"/>
                </a:lnTo>
                <a:lnTo>
                  <a:pt x="5318" y="17898"/>
                </a:lnTo>
                <a:lnTo>
                  <a:pt x="5420" y="17898"/>
                </a:lnTo>
                <a:lnTo>
                  <a:pt x="5318" y="18102"/>
                </a:lnTo>
                <a:lnTo>
                  <a:pt x="5318" y="18102"/>
                </a:lnTo>
                <a:lnTo>
                  <a:pt x="5727" y="17898"/>
                </a:lnTo>
                <a:lnTo>
                  <a:pt x="5625" y="18000"/>
                </a:lnTo>
                <a:lnTo>
                  <a:pt x="5727" y="18000"/>
                </a:lnTo>
                <a:lnTo>
                  <a:pt x="5625" y="18102"/>
                </a:lnTo>
                <a:lnTo>
                  <a:pt x="5830" y="18102"/>
                </a:lnTo>
                <a:lnTo>
                  <a:pt x="5420" y="18205"/>
                </a:lnTo>
                <a:lnTo>
                  <a:pt x="6545" y="18307"/>
                </a:lnTo>
                <a:lnTo>
                  <a:pt x="6239" y="18307"/>
                </a:lnTo>
                <a:lnTo>
                  <a:pt x="6443" y="18409"/>
                </a:lnTo>
                <a:lnTo>
                  <a:pt x="6034" y="18614"/>
                </a:lnTo>
                <a:lnTo>
                  <a:pt x="6034" y="18614"/>
                </a:lnTo>
                <a:lnTo>
                  <a:pt x="6136" y="18409"/>
                </a:lnTo>
                <a:lnTo>
                  <a:pt x="5625" y="18511"/>
                </a:lnTo>
                <a:lnTo>
                  <a:pt x="5625" y="18307"/>
                </a:lnTo>
                <a:lnTo>
                  <a:pt x="4807" y="18614"/>
                </a:lnTo>
                <a:lnTo>
                  <a:pt x="5011" y="18614"/>
                </a:lnTo>
                <a:lnTo>
                  <a:pt x="5011" y="19227"/>
                </a:lnTo>
                <a:lnTo>
                  <a:pt x="7466" y="18511"/>
                </a:lnTo>
                <a:lnTo>
                  <a:pt x="7466" y="18511"/>
                </a:lnTo>
                <a:lnTo>
                  <a:pt x="5727" y="19943"/>
                </a:lnTo>
                <a:lnTo>
                  <a:pt x="5932" y="19943"/>
                </a:lnTo>
                <a:lnTo>
                  <a:pt x="5011" y="20352"/>
                </a:lnTo>
                <a:lnTo>
                  <a:pt x="6750" y="20045"/>
                </a:lnTo>
                <a:lnTo>
                  <a:pt x="7159" y="20352"/>
                </a:lnTo>
                <a:lnTo>
                  <a:pt x="8386" y="20045"/>
                </a:lnTo>
                <a:lnTo>
                  <a:pt x="8386" y="20045"/>
                </a:lnTo>
                <a:lnTo>
                  <a:pt x="7875" y="20352"/>
                </a:lnTo>
                <a:lnTo>
                  <a:pt x="7875" y="20352"/>
                </a:lnTo>
                <a:lnTo>
                  <a:pt x="9511" y="19943"/>
                </a:lnTo>
                <a:lnTo>
                  <a:pt x="8080" y="20761"/>
                </a:lnTo>
                <a:lnTo>
                  <a:pt x="8182" y="20864"/>
                </a:lnTo>
                <a:lnTo>
                  <a:pt x="5523" y="22193"/>
                </a:lnTo>
                <a:lnTo>
                  <a:pt x="5523" y="22091"/>
                </a:lnTo>
                <a:lnTo>
                  <a:pt x="3375" y="22909"/>
                </a:lnTo>
                <a:lnTo>
                  <a:pt x="3375" y="23114"/>
                </a:lnTo>
                <a:lnTo>
                  <a:pt x="3170" y="23011"/>
                </a:lnTo>
                <a:lnTo>
                  <a:pt x="2966" y="23114"/>
                </a:lnTo>
                <a:lnTo>
                  <a:pt x="2966" y="23114"/>
                </a:lnTo>
                <a:lnTo>
                  <a:pt x="3170" y="22909"/>
                </a:lnTo>
                <a:lnTo>
                  <a:pt x="2864" y="23011"/>
                </a:lnTo>
                <a:lnTo>
                  <a:pt x="2864" y="23011"/>
                </a:lnTo>
                <a:lnTo>
                  <a:pt x="2966" y="22909"/>
                </a:lnTo>
                <a:lnTo>
                  <a:pt x="1120" y="23634"/>
                </a:lnTo>
                <a:lnTo>
                  <a:pt x="1120" y="23634"/>
                </a:lnTo>
                <a:lnTo>
                  <a:pt x="1023" y="23830"/>
                </a:lnTo>
                <a:lnTo>
                  <a:pt x="2276" y="23472"/>
                </a:lnTo>
                <a:lnTo>
                  <a:pt x="2276" y="23472"/>
                </a:lnTo>
                <a:lnTo>
                  <a:pt x="3886" y="23114"/>
                </a:lnTo>
                <a:lnTo>
                  <a:pt x="3682" y="23318"/>
                </a:lnTo>
                <a:lnTo>
                  <a:pt x="5069" y="22823"/>
                </a:lnTo>
                <a:lnTo>
                  <a:pt x="5069" y="22823"/>
                </a:lnTo>
                <a:lnTo>
                  <a:pt x="5216" y="22602"/>
                </a:lnTo>
                <a:lnTo>
                  <a:pt x="5932" y="22398"/>
                </a:lnTo>
                <a:lnTo>
                  <a:pt x="5830" y="22398"/>
                </a:lnTo>
                <a:lnTo>
                  <a:pt x="10534" y="20761"/>
                </a:lnTo>
                <a:lnTo>
                  <a:pt x="10432" y="20761"/>
                </a:lnTo>
                <a:lnTo>
                  <a:pt x="11352" y="20352"/>
                </a:lnTo>
                <a:lnTo>
                  <a:pt x="11455" y="19943"/>
                </a:lnTo>
                <a:lnTo>
                  <a:pt x="12580" y="19330"/>
                </a:lnTo>
                <a:lnTo>
                  <a:pt x="12580" y="19432"/>
                </a:lnTo>
                <a:lnTo>
                  <a:pt x="12886" y="19330"/>
                </a:lnTo>
                <a:lnTo>
                  <a:pt x="12886" y="19227"/>
                </a:lnTo>
                <a:lnTo>
                  <a:pt x="17386" y="17693"/>
                </a:lnTo>
                <a:lnTo>
                  <a:pt x="16568" y="18102"/>
                </a:lnTo>
                <a:lnTo>
                  <a:pt x="16875" y="18205"/>
                </a:lnTo>
                <a:lnTo>
                  <a:pt x="16875" y="18307"/>
                </a:lnTo>
                <a:lnTo>
                  <a:pt x="14011" y="19125"/>
                </a:lnTo>
                <a:lnTo>
                  <a:pt x="14318" y="19330"/>
                </a:lnTo>
                <a:lnTo>
                  <a:pt x="13193" y="19841"/>
                </a:lnTo>
                <a:lnTo>
                  <a:pt x="15443" y="19227"/>
                </a:lnTo>
                <a:lnTo>
                  <a:pt x="15443" y="19227"/>
                </a:lnTo>
                <a:lnTo>
                  <a:pt x="15341" y="19330"/>
                </a:lnTo>
                <a:lnTo>
                  <a:pt x="15852" y="19023"/>
                </a:lnTo>
                <a:lnTo>
                  <a:pt x="15852" y="19125"/>
                </a:lnTo>
                <a:lnTo>
                  <a:pt x="17284" y="18614"/>
                </a:lnTo>
                <a:lnTo>
                  <a:pt x="16875" y="18614"/>
                </a:lnTo>
                <a:lnTo>
                  <a:pt x="17284" y="18409"/>
                </a:lnTo>
                <a:lnTo>
                  <a:pt x="17182" y="18409"/>
                </a:lnTo>
                <a:lnTo>
                  <a:pt x="17554" y="18186"/>
                </a:lnTo>
                <a:lnTo>
                  <a:pt x="17554" y="18186"/>
                </a:lnTo>
                <a:lnTo>
                  <a:pt x="18205" y="18000"/>
                </a:lnTo>
                <a:lnTo>
                  <a:pt x="18205" y="18000"/>
                </a:lnTo>
                <a:lnTo>
                  <a:pt x="17795" y="18307"/>
                </a:lnTo>
                <a:lnTo>
                  <a:pt x="19125" y="18102"/>
                </a:lnTo>
                <a:lnTo>
                  <a:pt x="18614" y="18409"/>
                </a:lnTo>
                <a:lnTo>
                  <a:pt x="18818" y="18409"/>
                </a:lnTo>
                <a:lnTo>
                  <a:pt x="18818" y="18511"/>
                </a:lnTo>
                <a:lnTo>
                  <a:pt x="19125" y="18511"/>
                </a:lnTo>
                <a:lnTo>
                  <a:pt x="18818" y="18716"/>
                </a:lnTo>
                <a:lnTo>
                  <a:pt x="19227" y="18716"/>
                </a:lnTo>
                <a:lnTo>
                  <a:pt x="19841" y="18511"/>
                </a:lnTo>
                <a:lnTo>
                  <a:pt x="19432" y="18920"/>
                </a:lnTo>
                <a:lnTo>
                  <a:pt x="19636" y="19125"/>
                </a:lnTo>
                <a:lnTo>
                  <a:pt x="21682" y="19023"/>
                </a:lnTo>
                <a:lnTo>
                  <a:pt x="21682" y="19023"/>
                </a:lnTo>
                <a:lnTo>
                  <a:pt x="21477" y="19227"/>
                </a:lnTo>
                <a:lnTo>
                  <a:pt x="23216" y="19227"/>
                </a:lnTo>
                <a:lnTo>
                  <a:pt x="22295" y="19534"/>
                </a:lnTo>
                <a:lnTo>
                  <a:pt x="22909" y="19943"/>
                </a:lnTo>
                <a:lnTo>
                  <a:pt x="22807" y="19943"/>
                </a:lnTo>
                <a:lnTo>
                  <a:pt x="23216" y="20659"/>
                </a:lnTo>
                <a:lnTo>
                  <a:pt x="23830" y="20659"/>
                </a:lnTo>
                <a:lnTo>
                  <a:pt x="23830" y="20455"/>
                </a:lnTo>
                <a:lnTo>
                  <a:pt x="24034" y="20352"/>
                </a:lnTo>
                <a:lnTo>
                  <a:pt x="23625" y="20148"/>
                </a:lnTo>
                <a:lnTo>
                  <a:pt x="24545" y="20045"/>
                </a:lnTo>
                <a:lnTo>
                  <a:pt x="24443" y="20148"/>
                </a:lnTo>
                <a:lnTo>
                  <a:pt x="24648" y="20148"/>
                </a:lnTo>
                <a:lnTo>
                  <a:pt x="24136" y="20659"/>
                </a:lnTo>
                <a:lnTo>
                  <a:pt x="24545" y="20761"/>
                </a:lnTo>
                <a:lnTo>
                  <a:pt x="25466" y="19636"/>
                </a:lnTo>
                <a:lnTo>
                  <a:pt x="24955" y="20557"/>
                </a:lnTo>
                <a:lnTo>
                  <a:pt x="25159" y="20761"/>
                </a:lnTo>
                <a:lnTo>
                  <a:pt x="25670" y="20557"/>
                </a:lnTo>
                <a:lnTo>
                  <a:pt x="25159" y="20966"/>
                </a:lnTo>
                <a:lnTo>
                  <a:pt x="25568" y="21170"/>
                </a:lnTo>
                <a:lnTo>
                  <a:pt x="24750" y="21784"/>
                </a:lnTo>
                <a:lnTo>
                  <a:pt x="25159" y="21886"/>
                </a:lnTo>
                <a:lnTo>
                  <a:pt x="25159" y="22193"/>
                </a:lnTo>
                <a:lnTo>
                  <a:pt x="25057" y="22295"/>
                </a:lnTo>
                <a:lnTo>
                  <a:pt x="25364" y="22705"/>
                </a:lnTo>
                <a:lnTo>
                  <a:pt x="24648" y="23114"/>
                </a:lnTo>
                <a:lnTo>
                  <a:pt x="24545" y="23420"/>
                </a:lnTo>
                <a:lnTo>
                  <a:pt x="25670" y="22807"/>
                </a:lnTo>
                <a:lnTo>
                  <a:pt x="24750" y="24136"/>
                </a:lnTo>
                <a:lnTo>
                  <a:pt x="26284" y="23011"/>
                </a:lnTo>
                <a:lnTo>
                  <a:pt x="26284" y="23011"/>
                </a:lnTo>
                <a:lnTo>
                  <a:pt x="25568" y="23830"/>
                </a:lnTo>
                <a:lnTo>
                  <a:pt x="25568" y="23830"/>
                </a:lnTo>
                <a:lnTo>
                  <a:pt x="26182" y="23318"/>
                </a:lnTo>
                <a:lnTo>
                  <a:pt x="26182" y="23495"/>
                </a:lnTo>
                <a:lnTo>
                  <a:pt x="26182" y="23495"/>
                </a:lnTo>
                <a:lnTo>
                  <a:pt x="24750" y="24545"/>
                </a:lnTo>
                <a:lnTo>
                  <a:pt x="25159" y="24648"/>
                </a:lnTo>
                <a:lnTo>
                  <a:pt x="24443" y="25364"/>
                </a:lnTo>
                <a:lnTo>
                  <a:pt x="24443" y="25568"/>
                </a:lnTo>
                <a:lnTo>
                  <a:pt x="25261" y="25261"/>
                </a:lnTo>
                <a:lnTo>
                  <a:pt x="25364" y="25159"/>
                </a:lnTo>
                <a:lnTo>
                  <a:pt x="25773" y="25057"/>
                </a:lnTo>
                <a:lnTo>
                  <a:pt x="25364" y="25261"/>
                </a:lnTo>
                <a:lnTo>
                  <a:pt x="25773" y="25568"/>
                </a:lnTo>
                <a:lnTo>
                  <a:pt x="25261" y="25261"/>
                </a:lnTo>
                <a:lnTo>
                  <a:pt x="24955" y="25466"/>
                </a:lnTo>
                <a:lnTo>
                  <a:pt x="25364" y="25977"/>
                </a:lnTo>
                <a:lnTo>
                  <a:pt x="24750" y="26489"/>
                </a:lnTo>
                <a:lnTo>
                  <a:pt x="24750" y="26489"/>
                </a:lnTo>
                <a:lnTo>
                  <a:pt x="25159" y="26284"/>
                </a:lnTo>
                <a:lnTo>
                  <a:pt x="24545" y="26693"/>
                </a:lnTo>
                <a:lnTo>
                  <a:pt x="24443" y="27000"/>
                </a:lnTo>
                <a:lnTo>
                  <a:pt x="26080" y="25977"/>
                </a:lnTo>
                <a:lnTo>
                  <a:pt x="25670" y="26386"/>
                </a:lnTo>
                <a:lnTo>
                  <a:pt x="25773" y="26795"/>
                </a:lnTo>
                <a:lnTo>
                  <a:pt x="25568" y="26489"/>
                </a:lnTo>
                <a:lnTo>
                  <a:pt x="24852" y="26795"/>
                </a:lnTo>
                <a:lnTo>
                  <a:pt x="24955" y="26795"/>
                </a:lnTo>
                <a:lnTo>
                  <a:pt x="24545" y="27307"/>
                </a:lnTo>
                <a:lnTo>
                  <a:pt x="25466" y="27102"/>
                </a:lnTo>
                <a:lnTo>
                  <a:pt x="24341" y="27614"/>
                </a:lnTo>
                <a:lnTo>
                  <a:pt x="25159" y="27818"/>
                </a:lnTo>
                <a:lnTo>
                  <a:pt x="25057" y="27920"/>
                </a:lnTo>
                <a:lnTo>
                  <a:pt x="25159" y="28023"/>
                </a:lnTo>
                <a:lnTo>
                  <a:pt x="24852" y="28125"/>
                </a:lnTo>
                <a:lnTo>
                  <a:pt x="25364" y="28125"/>
                </a:lnTo>
                <a:lnTo>
                  <a:pt x="24852" y="28227"/>
                </a:lnTo>
                <a:lnTo>
                  <a:pt x="25977" y="28227"/>
                </a:lnTo>
                <a:lnTo>
                  <a:pt x="26284" y="27920"/>
                </a:lnTo>
                <a:lnTo>
                  <a:pt x="25773" y="28841"/>
                </a:lnTo>
                <a:lnTo>
                  <a:pt x="26591" y="28636"/>
                </a:lnTo>
                <a:lnTo>
                  <a:pt x="26489" y="29148"/>
                </a:lnTo>
                <a:lnTo>
                  <a:pt x="26182" y="29352"/>
                </a:lnTo>
                <a:lnTo>
                  <a:pt x="26182" y="29352"/>
                </a:lnTo>
                <a:lnTo>
                  <a:pt x="26795" y="29148"/>
                </a:lnTo>
                <a:lnTo>
                  <a:pt x="26489" y="29455"/>
                </a:lnTo>
                <a:lnTo>
                  <a:pt x="26898" y="29455"/>
                </a:lnTo>
                <a:lnTo>
                  <a:pt x="26489" y="29659"/>
                </a:lnTo>
                <a:lnTo>
                  <a:pt x="26489" y="29864"/>
                </a:lnTo>
                <a:lnTo>
                  <a:pt x="26591" y="30068"/>
                </a:lnTo>
                <a:lnTo>
                  <a:pt x="26693" y="30068"/>
                </a:lnTo>
                <a:lnTo>
                  <a:pt x="26386" y="30375"/>
                </a:lnTo>
                <a:lnTo>
                  <a:pt x="26386" y="30682"/>
                </a:lnTo>
                <a:lnTo>
                  <a:pt x="26489" y="30682"/>
                </a:lnTo>
                <a:lnTo>
                  <a:pt x="26386" y="30784"/>
                </a:lnTo>
                <a:lnTo>
                  <a:pt x="26386" y="30682"/>
                </a:lnTo>
                <a:lnTo>
                  <a:pt x="26080" y="31295"/>
                </a:lnTo>
                <a:lnTo>
                  <a:pt x="25670" y="31500"/>
                </a:lnTo>
                <a:lnTo>
                  <a:pt x="25568" y="31602"/>
                </a:lnTo>
                <a:lnTo>
                  <a:pt x="25568" y="31500"/>
                </a:lnTo>
                <a:lnTo>
                  <a:pt x="25670" y="31500"/>
                </a:lnTo>
                <a:lnTo>
                  <a:pt x="26182" y="30886"/>
                </a:lnTo>
                <a:lnTo>
                  <a:pt x="26182" y="30886"/>
                </a:lnTo>
                <a:lnTo>
                  <a:pt x="25466" y="31398"/>
                </a:lnTo>
                <a:lnTo>
                  <a:pt x="25875" y="30989"/>
                </a:lnTo>
                <a:lnTo>
                  <a:pt x="25875" y="31091"/>
                </a:lnTo>
                <a:lnTo>
                  <a:pt x="26182" y="30682"/>
                </a:lnTo>
                <a:lnTo>
                  <a:pt x="24852" y="30477"/>
                </a:lnTo>
                <a:lnTo>
                  <a:pt x="24341" y="31909"/>
                </a:lnTo>
                <a:lnTo>
                  <a:pt x="24545" y="31909"/>
                </a:lnTo>
                <a:lnTo>
                  <a:pt x="24136" y="32420"/>
                </a:lnTo>
                <a:lnTo>
                  <a:pt x="24136" y="32216"/>
                </a:lnTo>
                <a:lnTo>
                  <a:pt x="23932" y="32523"/>
                </a:lnTo>
                <a:lnTo>
                  <a:pt x="24545" y="32727"/>
                </a:lnTo>
                <a:lnTo>
                  <a:pt x="24034" y="32625"/>
                </a:lnTo>
                <a:lnTo>
                  <a:pt x="21989" y="35489"/>
                </a:lnTo>
                <a:lnTo>
                  <a:pt x="22091" y="35489"/>
                </a:lnTo>
                <a:lnTo>
                  <a:pt x="20557" y="38250"/>
                </a:lnTo>
                <a:lnTo>
                  <a:pt x="20557" y="38148"/>
                </a:lnTo>
                <a:lnTo>
                  <a:pt x="20250" y="38659"/>
                </a:lnTo>
                <a:lnTo>
                  <a:pt x="20348" y="40709"/>
                </a:lnTo>
                <a:lnTo>
                  <a:pt x="20348" y="40709"/>
                </a:lnTo>
                <a:lnTo>
                  <a:pt x="20148" y="40909"/>
                </a:lnTo>
                <a:lnTo>
                  <a:pt x="20455" y="41011"/>
                </a:lnTo>
                <a:lnTo>
                  <a:pt x="20761" y="40807"/>
                </a:lnTo>
                <a:lnTo>
                  <a:pt x="21477" y="40807"/>
                </a:lnTo>
                <a:lnTo>
                  <a:pt x="20761" y="40909"/>
                </a:lnTo>
                <a:lnTo>
                  <a:pt x="20761" y="41420"/>
                </a:lnTo>
                <a:lnTo>
                  <a:pt x="20557" y="41114"/>
                </a:lnTo>
                <a:lnTo>
                  <a:pt x="20352" y="41727"/>
                </a:lnTo>
                <a:lnTo>
                  <a:pt x="20557" y="42341"/>
                </a:lnTo>
                <a:lnTo>
                  <a:pt x="20352" y="42648"/>
                </a:lnTo>
                <a:lnTo>
                  <a:pt x="20864" y="43875"/>
                </a:lnTo>
                <a:lnTo>
                  <a:pt x="20761" y="44284"/>
                </a:lnTo>
                <a:lnTo>
                  <a:pt x="21068" y="44591"/>
                </a:lnTo>
                <a:lnTo>
                  <a:pt x="21477" y="44693"/>
                </a:lnTo>
                <a:lnTo>
                  <a:pt x="23011" y="47250"/>
                </a:lnTo>
                <a:lnTo>
                  <a:pt x="22909" y="47455"/>
                </a:lnTo>
                <a:lnTo>
                  <a:pt x="23216" y="49295"/>
                </a:lnTo>
                <a:lnTo>
                  <a:pt x="23932" y="50114"/>
                </a:lnTo>
                <a:lnTo>
                  <a:pt x="23932" y="51341"/>
                </a:lnTo>
                <a:lnTo>
                  <a:pt x="24034" y="51341"/>
                </a:lnTo>
                <a:lnTo>
                  <a:pt x="24034" y="51545"/>
                </a:lnTo>
                <a:lnTo>
                  <a:pt x="23830" y="51341"/>
                </a:lnTo>
                <a:lnTo>
                  <a:pt x="23216" y="51443"/>
                </a:lnTo>
                <a:lnTo>
                  <a:pt x="23830" y="52159"/>
                </a:lnTo>
                <a:lnTo>
                  <a:pt x="24648" y="52364"/>
                </a:lnTo>
                <a:lnTo>
                  <a:pt x="25261" y="54818"/>
                </a:lnTo>
                <a:lnTo>
                  <a:pt x="26795" y="56455"/>
                </a:lnTo>
                <a:lnTo>
                  <a:pt x="26898" y="55432"/>
                </a:lnTo>
                <a:lnTo>
                  <a:pt x="26386" y="55227"/>
                </a:lnTo>
                <a:lnTo>
                  <a:pt x="25773" y="52364"/>
                </a:lnTo>
                <a:lnTo>
                  <a:pt x="25773" y="52670"/>
                </a:lnTo>
                <a:lnTo>
                  <a:pt x="25261" y="50830"/>
                </a:lnTo>
                <a:lnTo>
                  <a:pt x="25057" y="50727"/>
                </a:lnTo>
                <a:lnTo>
                  <a:pt x="24341" y="48068"/>
                </a:lnTo>
                <a:lnTo>
                  <a:pt x="24545" y="47250"/>
                </a:lnTo>
                <a:lnTo>
                  <a:pt x="25159" y="47659"/>
                </a:lnTo>
                <a:lnTo>
                  <a:pt x="25364" y="47557"/>
                </a:lnTo>
                <a:lnTo>
                  <a:pt x="25466" y="47761"/>
                </a:lnTo>
                <a:lnTo>
                  <a:pt x="25875" y="47966"/>
                </a:lnTo>
                <a:lnTo>
                  <a:pt x="26591" y="51034"/>
                </a:lnTo>
                <a:lnTo>
                  <a:pt x="27205" y="51341"/>
                </a:lnTo>
                <a:lnTo>
                  <a:pt x="27000" y="51852"/>
                </a:lnTo>
                <a:lnTo>
                  <a:pt x="28023" y="53080"/>
                </a:lnTo>
                <a:lnTo>
                  <a:pt x="27920" y="52977"/>
                </a:lnTo>
                <a:lnTo>
                  <a:pt x="28125" y="53591"/>
                </a:lnTo>
                <a:lnTo>
                  <a:pt x="27920" y="53795"/>
                </a:lnTo>
                <a:lnTo>
                  <a:pt x="28636" y="54307"/>
                </a:lnTo>
                <a:lnTo>
                  <a:pt x="28432" y="54205"/>
                </a:lnTo>
                <a:lnTo>
                  <a:pt x="29045" y="54920"/>
                </a:lnTo>
                <a:lnTo>
                  <a:pt x="28841" y="54920"/>
                </a:lnTo>
                <a:lnTo>
                  <a:pt x="29761" y="56148"/>
                </a:lnTo>
                <a:lnTo>
                  <a:pt x="30477" y="58091"/>
                </a:lnTo>
                <a:lnTo>
                  <a:pt x="29966" y="59216"/>
                </a:lnTo>
                <a:lnTo>
                  <a:pt x="37534" y="63920"/>
                </a:lnTo>
                <a:lnTo>
                  <a:pt x="39068" y="63307"/>
                </a:lnTo>
                <a:lnTo>
                  <a:pt x="39170" y="63307"/>
                </a:lnTo>
                <a:lnTo>
                  <a:pt x="39784" y="63614"/>
                </a:lnTo>
                <a:lnTo>
                  <a:pt x="39784" y="63614"/>
                </a:lnTo>
                <a:lnTo>
                  <a:pt x="39375" y="63307"/>
                </a:lnTo>
                <a:lnTo>
                  <a:pt x="39375" y="63307"/>
                </a:lnTo>
                <a:lnTo>
                  <a:pt x="44284" y="66375"/>
                </a:lnTo>
                <a:lnTo>
                  <a:pt x="45000" y="66273"/>
                </a:lnTo>
                <a:lnTo>
                  <a:pt x="45409" y="66682"/>
                </a:lnTo>
                <a:lnTo>
                  <a:pt x="45307" y="66989"/>
                </a:lnTo>
                <a:lnTo>
                  <a:pt x="46534" y="68830"/>
                </a:lnTo>
                <a:lnTo>
                  <a:pt x="46534" y="69443"/>
                </a:lnTo>
                <a:lnTo>
                  <a:pt x="47148" y="70159"/>
                </a:lnTo>
                <a:lnTo>
                  <a:pt x="47352" y="69852"/>
                </a:lnTo>
                <a:lnTo>
                  <a:pt x="47045" y="69443"/>
                </a:lnTo>
                <a:lnTo>
                  <a:pt x="47045" y="69443"/>
                </a:lnTo>
                <a:lnTo>
                  <a:pt x="48784" y="71386"/>
                </a:lnTo>
                <a:lnTo>
                  <a:pt x="48784" y="71386"/>
                </a:lnTo>
                <a:lnTo>
                  <a:pt x="48580" y="71080"/>
                </a:lnTo>
                <a:lnTo>
                  <a:pt x="49091" y="71693"/>
                </a:lnTo>
                <a:lnTo>
                  <a:pt x="49705" y="71489"/>
                </a:lnTo>
                <a:lnTo>
                  <a:pt x="50625" y="72205"/>
                </a:lnTo>
                <a:lnTo>
                  <a:pt x="50727" y="71898"/>
                </a:lnTo>
                <a:lnTo>
                  <a:pt x="51136" y="72614"/>
                </a:lnTo>
                <a:lnTo>
                  <a:pt x="51648" y="72307"/>
                </a:lnTo>
                <a:lnTo>
                  <a:pt x="51341" y="71693"/>
                </a:lnTo>
                <a:lnTo>
                  <a:pt x="52670" y="70773"/>
                </a:lnTo>
                <a:lnTo>
                  <a:pt x="53182" y="71489"/>
                </a:lnTo>
                <a:lnTo>
                  <a:pt x="53182" y="71284"/>
                </a:lnTo>
                <a:lnTo>
                  <a:pt x="53386" y="71386"/>
                </a:lnTo>
                <a:lnTo>
                  <a:pt x="53489" y="71284"/>
                </a:lnTo>
                <a:lnTo>
                  <a:pt x="53693" y="71693"/>
                </a:lnTo>
                <a:lnTo>
                  <a:pt x="53386" y="71386"/>
                </a:lnTo>
                <a:lnTo>
                  <a:pt x="53182" y="71795"/>
                </a:lnTo>
                <a:lnTo>
                  <a:pt x="53795" y="75682"/>
                </a:lnTo>
                <a:lnTo>
                  <a:pt x="53898" y="75682"/>
                </a:lnTo>
                <a:lnTo>
                  <a:pt x="53898" y="75989"/>
                </a:lnTo>
                <a:lnTo>
                  <a:pt x="54000" y="75886"/>
                </a:lnTo>
                <a:lnTo>
                  <a:pt x="54205" y="75989"/>
                </a:lnTo>
                <a:lnTo>
                  <a:pt x="53489" y="77216"/>
                </a:lnTo>
                <a:lnTo>
                  <a:pt x="52977" y="77523"/>
                </a:lnTo>
                <a:lnTo>
                  <a:pt x="52773" y="78239"/>
                </a:lnTo>
                <a:lnTo>
                  <a:pt x="52364" y="78341"/>
                </a:lnTo>
                <a:lnTo>
                  <a:pt x="52568" y="78750"/>
                </a:lnTo>
                <a:lnTo>
                  <a:pt x="51648" y="79159"/>
                </a:lnTo>
                <a:lnTo>
                  <a:pt x="51239" y="80693"/>
                </a:lnTo>
                <a:lnTo>
                  <a:pt x="51034" y="80591"/>
                </a:lnTo>
                <a:lnTo>
                  <a:pt x="50727" y="81307"/>
                </a:lnTo>
                <a:lnTo>
                  <a:pt x="50727" y="82227"/>
                </a:lnTo>
                <a:lnTo>
                  <a:pt x="51034" y="82739"/>
                </a:lnTo>
                <a:lnTo>
                  <a:pt x="51545" y="82432"/>
                </a:lnTo>
                <a:lnTo>
                  <a:pt x="51648" y="82125"/>
                </a:lnTo>
                <a:lnTo>
                  <a:pt x="51750" y="82841"/>
                </a:lnTo>
                <a:lnTo>
                  <a:pt x="50318" y="84886"/>
                </a:lnTo>
                <a:lnTo>
                  <a:pt x="50830" y="85909"/>
                </a:lnTo>
                <a:lnTo>
                  <a:pt x="50625" y="86011"/>
                </a:lnTo>
                <a:lnTo>
                  <a:pt x="60852" y="98693"/>
                </a:lnTo>
                <a:lnTo>
                  <a:pt x="61977" y="118125"/>
                </a:lnTo>
                <a:lnTo>
                  <a:pt x="61670" y="118330"/>
                </a:lnTo>
                <a:lnTo>
                  <a:pt x="63102" y="122932"/>
                </a:lnTo>
                <a:lnTo>
                  <a:pt x="64125" y="122625"/>
                </a:lnTo>
                <a:lnTo>
                  <a:pt x="63818" y="123136"/>
                </a:lnTo>
                <a:lnTo>
                  <a:pt x="64125" y="123136"/>
                </a:lnTo>
                <a:lnTo>
                  <a:pt x="64330" y="123648"/>
                </a:lnTo>
                <a:lnTo>
                  <a:pt x="64023" y="123648"/>
                </a:lnTo>
                <a:lnTo>
                  <a:pt x="64227" y="125284"/>
                </a:lnTo>
                <a:lnTo>
                  <a:pt x="64636" y="125489"/>
                </a:lnTo>
                <a:lnTo>
                  <a:pt x="64534" y="126511"/>
                </a:lnTo>
                <a:lnTo>
                  <a:pt x="64943" y="126716"/>
                </a:lnTo>
                <a:lnTo>
                  <a:pt x="64330" y="126716"/>
                </a:lnTo>
                <a:lnTo>
                  <a:pt x="64636" y="127432"/>
                </a:lnTo>
                <a:lnTo>
                  <a:pt x="64534" y="127739"/>
                </a:lnTo>
                <a:lnTo>
                  <a:pt x="64330" y="127023"/>
                </a:lnTo>
                <a:lnTo>
                  <a:pt x="64023" y="127432"/>
                </a:lnTo>
                <a:lnTo>
                  <a:pt x="64023" y="127432"/>
                </a:lnTo>
                <a:lnTo>
                  <a:pt x="64227" y="127023"/>
                </a:lnTo>
                <a:lnTo>
                  <a:pt x="64023" y="126614"/>
                </a:lnTo>
                <a:lnTo>
                  <a:pt x="64023" y="127023"/>
                </a:lnTo>
                <a:lnTo>
                  <a:pt x="63409" y="127125"/>
                </a:lnTo>
                <a:lnTo>
                  <a:pt x="63614" y="127432"/>
                </a:lnTo>
                <a:lnTo>
                  <a:pt x="63205" y="127943"/>
                </a:lnTo>
                <a:lnTo>
                  <a:pt x="63205" y="127943"/>
                </a:lnTo>
                <a:lnTo>
                  <a:pt x="63716" y="127739"/>
                </a:lnTo>
                <a:lnTo>
                  <a:pt x="64227" y="128148"/>
                </a:lnTo>
                <a:lnTo>
                  <a:pt x="64227" y="128045"/>
                </a:lnTo>
                <a:lnTo>
                  <a:pt x="64534" y="128250"/>
                </a:lnTo>
                <a:lnTo>
                  <a:pt x="64534" y="128455"/>
                </a:lnTo>
                <a:lnTo>
                  <a:pt x="64432" y="128659"/>
                </a:lnTo>
                <a:lnTo>
                  <a:pt x="64636" y="129068"/>
                </a:lnTo>
                <a:lnTo>
                  <a:pt x="65148" y="128864"/>
                </a:lnTo>
                <a:lnTo>
                  <a:pt x="65557" y="129477"/>
                </a:lnTo>
                <a:lnTo>
                  <a:pt x="64534" y="129273"/>
                </a:lnTo>
                <a:lnTo>
                  <a:pt x="65148" y="129682"/>
                </a:lnTo>
                <a:lnTo>
                  <a:pt x="65455" y="130705"/>
                </a:lnTo>
                <a:lnTo>
                  <a:pt x="65352" y="130295"/>
                </a:lnTo>
                <a:lnTo>
                  <a:pt x="65455" y="130295"/>
                </a:lnTo>
                <a:lnTo>
                  <a:pt x="65864" y="131216"/>
                </a:lnTo>
                <a:lnTo>
                  <a:pt x="65352" y="131420"/>
                </a:lnTo>
                <a:lnTo>
                  <a:pt x="66068" y="131727"/>
                </a:lnTo>
                <a:lnTo>
                  <a:pt x="65864" y="131727"/>
                </a:lnTo>
                <a:lnTo>
                  <a:pt x="66170" y="132034"/>
                </a:lnTo>
                <a:lnTo>
                  <a:pt x="66273" y="131727"/>
                </a:lnTo>
                <a:lnTo>
                  <a:pt x="66375" y="131932"/>
                </a:lnTo>
                <a:lnTo>
                  <a:pt x="66375" y="132239"/>
                </a:lnTo>
                <a:lnTo>
                  <a:pt x="66170" y="132034"/>
                </a:lnTo>
                <a:lnTo>
                  <a:pt x="65557" y="131625"/>
                </a:lnTo>
                <a:lnTo>
                  <a:pt x="65250" y="131932"/>
                </a:lnTo>
                <a:lnTo>
                  <a:pt x="67193" y="133261"/>
                </a:lnTo>
                <a:lnTo>
                  <a:pt x="67398" y="133159"/>
                </a:lnTo>
                <a:lnTo>
                  <a:pt x="67091" y="132750"/>
                </a:lnTo>
                <a:lnTo>
                  <a:pt x="67705" y="133057"/>
                </a:lnTo>
                <a:lnTo>
                  <a:pt x="67398" y="133159"/>
                </a:lnTo>
                <a:lnTo>
                  <a:pt x="67500" y="133261"/>
                </a:lnTo>
                <a:lnTo>
                  <a:pt x="67602" y="133159"/>
                </a:lnTo>
                <a:lnTo>
                  <a:pt x="67807" y="133568"/>
                </a:lnTo>
                <a:lnTo>
                  <a:pt x="67807" y="133568"/>
                </a:lnTo>
                <a:lnTo>
                  <a:pt x="67500" y="133261"/>
                </a:lnTo>
                <a:lnTo>
                  <a:pt x="67295" y="133364"/>
                </a:lnTo>
                <a:lnTo>
                  <a:pt x="66477" y="133364"/>
                </a:lnTo>
                <a:lnTo>
                  <a:pt x="66886" y="133773"/>
                </a:lnTo>
                <a:lnTo>
                  <a:pt x="67500" y="133670"/>
                </a:lnTo>
                <a:lnTo>
                  <a:pt x="67295" y="134080"/>
                </a:lnTo>
                <a:lnTo>
                  <a:pt x="67705" y="134284"/>
                </a:lnTo>
                <a:lnTo>
                  <a:pt x="67807" y="134080"/>
                </a:lnTo>
                <a:lnTo>
                  <a:pt x="67926" y="134000"/>
                </a:lnTo>
                <a:lnTo>
                  <a:pt x="67926" y="134000"/>
                </a:lnTo>
                <a:lnTo>
                  <a:pt x="68420" y="134693"/>
                </a:lnTo>
                <a:lnTo>
                  <a:pt x="69136" y="133977"/>
                </a:lnTo>
                <a:lnTo>
                  <a:pt x="69136" y="134284"/>
                </a:lnTo>
                <a:lnTo>
                  <a:pt x="68932" y="134489"/>
                </a:lnTo>
                <a:lnTo>
                  <a:pt x="68932" y="134693"/>
                </a:lnTo>
                <a:lnTo>
                  <a:pt x="68727" y="134795"/>
                </a:lnTo>
                <a:lnTo>
                  <a:pt x="69750" y="134795"/>
                </a:lnTo>
                <a:lnTo>
                  <a:pt x="69545" y="134182"/>
                </a:lnTo>
                <a:lnTo>
                  <a:pt x="69767" y="133988"/>
                </a:lnTo>
                <a:lnTo>
                  <a:pt x="69767" y="133988"/>
                </a:lnTo>
                <a:lnTo>
                  <a:pt x="70057" y="134182"/>
                </a:lnTo>
                <a:lnTo>
                  <a:pt x="69852" y="134284"/>
                </a:lnTo>
                <a:lnTo>
                  <a:pt x="70568" y="134591"/>
                </a:lnTo>
                <a:lnTo>
                  <a:pt x="70364" y="135000"/>
                </a:lnTo>
                <a:lnTo>
                  <a:pt x="71489" y="135614"/>
                </a:lnTo>
                <a:lnTo>
                  <a:pt x="71386" y="135716"/>
                </a:lnTo>
                <a:lnTo>
                  <a:pt x="70159" y="135205"/>
                </a:lnTo>
                <a:lnTo>
                  <a:pt x="70364" y="135205"/>
                </a:lnTo>
                <a:lnTo>
                  <a:pt x="70057" y="135000"/>
                </a:lnTo>
                <a:lnTo>
                  <a:pt x="69955" y="135102"/>
                </a:lnTo>
                <a:lnTo>
                  <a:pt x="70568" y="135716"/>
                </a:lnTo>
                <a:lnTo>
                  <a:pt x="70057" y="135511"/>
                </a:lnTo>
                <a:lnTo>
                  <a:pt x="69443" y="135716"/>
                </a:lnTo>
                <a:lnTo>
                  <a:pt x="69545" y="135818"/>
                </a:lnTo>
                <a:lnTo>
                  <a:pt x="73943" y="136125"/>
                </a:lnTo>
                <a:lnTo>
                  <a:pt x="74557" y="135818"/>
                </a:lnTo>
                <a:lnTo>
                  <a:pt x="71489" y="134489"/>
                </a:lnTo>
                <a:lnTo>
                  <a:pt x="71591" y="134284"/>
                </a:lnTo>
                <a:lnTo>
                  <a:pt x="71080" y="133875"/>
                </a:lnTo>
                <a:lnTo>
                  <a:pt x="69782" y="133975"/>
                </a:lnTo>
                <a:lnTo>
                  <a:pt x="69782" y="133975"/>
                </a:lnTo>
                <a:lnTo>
                  <a:pt x="70364" y="133466"/>
                </a:lnTo>
                <a:lnTo>
                  <a:pt x="71080" y="133568"/>
                </a:lnTo>
                <a:lnTo>
                  <a:pt x="71080" y="133568"/>
                </a:lnTo>
                <a:lnTo>
                  <a:pt x="70057" y="132852"/>
                </a:lnTo>
                <a:lnTo>
                  <a:pt x="70364" y="132750"/>
                </a:lnTo>
                <a:lnTo>
                  <a:pt x="69852" y="132341"/>
                </a:lnTo>
                <a:lnTo>
                  <a:pt x="70159" y="131318"/>
                </a:lnTo>
                <a:lnTo>
                  <a:pt x="69750" y="131216"/>
                </a:lnTo>
                <a:lnTo>
                  <a:pt x="69955" y="131216"/>
                </a:lnTo>
                <a:lnTo>
                  <a:pt x="69955" y="131011"/>
                </a:lnTo>
                <a:lnTo>
                  <a:pt x="70670" y="131216"/>
                </a:lnTo>
                <a:lnTo>
                  <a:pt x="70670" y="131216"/>
                </a:lnTo>
                <a:lnTo>
                  <a:pt x="70466" y="130500"/>
                </a:lnTo>
                <a:lnTo>
                  <a:pt x="71591" y="129170"/>
                </a:lnTo>
                <a:lnTo>
                  <a:pt x="71182" y="129068"/>
                </a:lnTo>
                <a:lnTo>
                  <a:pt x="71284" y="128455"/>
                </a:lnTo>
                <a:lnTo>
                  <a:pt x="69443" y="127330"/>
                </a:lnTo>
                <a:lnTo>
                  <a:pt x="69852" y="126409"/>
                </a:lnTo>
                <a:lnTo>
                  <a:pt x="70159" y="126205"/>
                </a:lnTo>
                <a:lnTo>
                  <a:pt x="70670" y="126205"/>
                </a:lnTo>
                <a:lnTo>
                  <a:pt x="70568" y="124670"/>
                </a:lnTo>
                <a:lnTo>
                  <a:pt x="71182" y="124159"/>
                </a:lnTo>
                <a:lnTo>
                  <a:pt x="70568" y="123852"/>
                </a:lnTo>
                <a:lnTo>
                  <a:pt x="70977" y="123750"/>
                </a:lnTo>
                <a:lnTo>
                  <a:pt x="71284" y="124057"/>
                </a:lnTo>
                <a:lnTo>
                  <a:pt x="71284" y="124057"/>
                </a:lnTo>
                <a:lnTo>
                  <a:pt x="70977" y="123443"/>
                </a:lnTo>
                <a:lnTo>
                  <a:pt x="70773" y="123545"/>
                </a:lnTo>
                <a:lnTo>
                  <a:pt x="70364" y="123239"/>
                </a:lnTo>
                <a:lnTo>
                  <a:pt x="69955" y="122318"/>
                </a:lnTo>
                <a:lnTo>
                  <a:pt x="70057" y="122011"/>
                </a:lnTo>
                <a:lnTo>
                  <a:pt x="71182" y="122318"/>
                </a:lnTo>
                <a:lnTo>
                  <a:pt x="72205" y="122011"/>
                </a:lnTo>
                <a:lnTo>
                  <a:pt x="72000" y="121193"/>
                </a:lnTo>
                <a:lnTo>
                  <a:pt x="72102" y="120886"/>
                </a:lnTo>
                <a:lnTo>
                  <a:pt x="71898" y="120580"/>
                </a:lnTo>
                <a:lnTo>
                  <a:pt x="72000" y="120580"/>
                </a:lnTo>
                <a:lnTo>
                  <a:pt x="71693" y="120170"/>
                </a:lnTo>
                <a:lnTo>
                  <a:pt x="75477" y="119250"/>
                </a:lnTo>
                <a:lnTo>
                  <a:pt x="75886" y="117716"/>
                </a:lnTo>
                <a:lnTo>
                  <a:pt x="73739" y="114545"/>
                </a:lnTo>
                <a:lnTo>
                  <a:pt x="73739" y="114034"/>
                </a:lnTo>
                <a:lnTo>
                  <a:pt x="73943" y="114034"/>
                </a:lnTo>
                <a:lnTo>
                  <a:pt x="73841" y="113420"/>
                </a:lnTo>
                <a:lnTo>
                  <a:pt x="74045" y="113932"/>
                </a:lnTo>
                <a:lnTo>
                  <a:pt x="73841" y="114341"/>
                </a:lnTo>
                <a:lnTo>
                  <a:pt x="74557" y="115466"/>
                </a:lnTo>
                <a:lnTo>
                  <a:pt x="77216" y="115875"/>
                </a:lnTo>
                <a:lnTo>
                  <a:pt x="79466" y="111580"/>
                </a:lnTo>
                <a:lnTo>
                  <a:pt x="79568" y="111682"/>
                </a:lnTo>
                <a:lnTo>
                  <a:pt x="79568" y="111273"/>
                </a:lnTo>
                <a:lnTo>
                  <a:pt x="79466" y="110966"/>
                </a:lnTo>
                <a:lnTo>
                  <a:pt x="79773" y="111273"/>
                </a:lnTo>
                <a:lnTo>
                  <a:pt x="79875" y="111273"/>
                </a:lnTo>
                <a:lnTo>
                  <a:pt x="79364" y="112500"/>
                </a:lnTo>
                <a:lnTo>
                  <a:pt x="79773" y="112193"/>
                </a:lnTo>
                <a:lnTo>
                  <a:pt x="80080" y="111170"/>
                </a:lnTo>
                <a:lnTo>
                  <a:pt x="79875" y="111273"/>
                </a:lnTo>
                <a:lnTo>
                  <a:pt x="79875" y="111273"/>
                </a:lnTo>
                <a:lnTo>
                  <a:pt x="81409" y="107898"/>
                </a:lnTo>
                <a:lnTo>
                  <a:pt x="81102" y="106159"/>
                </a:lnTo>
                <a:lnTo>
                  <a:pt x="81614" y="106057"/>
                </a:lnTo>
                <a:lnTo>
                  <a:pt x="81511" y="106159"/>
                </a:lnTo>
                <a:lnTo>
                  <a:pt x="85398" y="103705"/>
                </a:lnTo>
                <a:lnTo>
                  <a:pt x="85807" y="103602"/>
                </a:lnTo>
                <a:lnTo>
                  <a:pt x="85909" y="103398"/>
                </a:lnTo>
                <a:lnTo>
                  <a:pt x="86114" y="103705"/>
                </a:lnTo>
                <a:lnTo>
                  <a:pt x="86830" y="103602"/>
                </a:lnTo>
                <a:lnTo>
                  <a:pt x="86932" y="103091"/>
                </a:lnTo>
                <a:lnTo>
                  <a:pt x="87750" y="102580"/>
                </a:lnTo>
                <a:lnTo>
                  <a:pt x="89080" y="94398"/>
                </a:lnTo>
                <a:lnTo>
                  <a:pt x="89080" y="93170"/>
                </a:lnTo>
                <a:lnTo>
                  <a:pt x="89284" y="93068"/>
                </a:lnTo>
                <a:lnTo>
                  <a:pt x="89489" y="93375"/>
                </a:lnTo>
                <a:lnTo>
                  <a:pt x="90409" y="91534"/>
                </a:lnTo>
                <a:lnTo>
                  <a:pt x="90409" y="91739"/>
                </a:lnTo>
                <a:lnTo>
                  <a:pt x="92557" y="87136"/>
                </a:lnTo>
                <a:lnTo>
                  <a:pt x="91943" y="85398"/>
                </a:lnTo>
                <a:lnTo>
                  <a:pt x="84273" y="82739"/>
                </a:lnTo>
                <a:lnTo>
                  <a:pt x="84068" y="82943"/>
                </a:lnTo>
                <a:lnTo>
                  <a:pt x="83966" y="82534"/>
                </a:lnTo>
                <a:lnTo>
                  <a:pt x="83557" y="83352"/>
                </a:lnTo>
                <a:lnTo>
                  <a:pt x="83557" y="83352"/>
                </a:lnTo>
                <a:lnTo>
                  <a:pt x="83659" y="82636"/>
                </a:lnTo>
                <a:lnTo>
                  <a:pt x="83557" y="82330"/>
                </a:lnTo>
                <a:lnTo>
                  <a:pt x="83557" y="81818"/>
                </a:lnTo>
                <a:lnTo>
                  <a:pt x="80591" y="80795"/>
                </a:lnTo>
                <a:lnTo>
                  <a:pt x="79057" y="82739"/>
                </a:lnTo>
                <a:lnTo>
                  <a:pt x="79364" y="81818"/>
                </a:lnTo>
                <a:lnTo>
                  <a:pt x="78341" y="82125"/>
                </a:lnTo>
                <a:lnTo>
                  <a:pt x="77932" y="81307"/>
                </a:lnTo>
                <a:lnTo>
                  <a:pt x="77625" y="81205"/>
                </a:lnTo>
                <a:lnTo>
                  <a:pt x="77011" y="81614"/>
                </a:lnTo>
                <a:lnTo>
                  <a:pt x="76295" y="81614"/>
                </a:lnTo>
                <a:lnTo>
                  <a:pt x="78852" y="78750"/>
                </a:lnTo>
                <a:lnTo>
                  <a:pt x="77216" y="75375"/>
                </a:lnTo>
                <a:lnTo>
                  <a:pt x="77011" y="75580"/>
                </a:lnTo>
                <a:lnTo>
                  <a:pt x="76807" y="75068"/>
                </a:lnTo>
                <a:lnTo>
                  <a:pt x="76705" y="75170"/>
                </a:lnTo>
                <a:lnTo>
                  <a:pt x="75273" y="74148"/>
                </a:lnTo>
                <a:lnTo>
                  <a:pt x="75068" y="74557"/>
                </a:lnTo>
                <a:lnTo>
                  <a:pt x="74455" y="73841"/>
                </a:lnTo>
                <a:lnTo>
                  <a:pt x="73432" y="74148"/>
                </a:lnTo>
                <a:lnTo>
                  <a:pt x="72614" y="73943"/>
                </a:lnTo>
                <a:lnTo>
                  <a:pt x="72307" y="74352"/>
                </a:lnTo>
                <a:lnTo>
                  <a:pt x="72307" y="73739"/>
                </a:lnTo>
                <a:lnTo>
                  <a:pt x="71284" y="72920"/>
                </a:lnTo>
                <a:lnTo>
                  <a:pt x="70977" y="73432"/>
                </a:lnTo>
                <a:lnTo>
                  <a:pt x="70977" y="73432"/>
                </a:lnTo>
                <a:lnTo>
                  <a:pt x="71080" y="72307"/>
                </a:lnTo>
                <a:lnTo>
                  <a:pt x="69852" y="71284"/>
                </a:lnTo>
                <a:lnTo>
                  <a:pt x="68420" y="71182"/>
                </a:lnTo>
                <a:lnTo>
                  <a:pt x="68830" y="70875"/>
                </a:lnTo>
                <a:lnTo>
                  <a:pt x="69034" y="70568"/>
                </a:lnTo>
                <a:lnTo>
                  <a:pt x="68932" y="70159"/>
                </a:lnTo>
                <a:lnTo>
                  <a:pt x="68420" y="69852"/>
                </a:lnTo>
                <a:lnTo>
                  <a:pt x="68318" y="69955"/>
                </a:lnTo>
                <a:lnTo>
                  <a:pt x="68318" y="70159"/>
                </a:lnTo>
                <a:lnTo>
                  <a:pt x="67909" y="69852"/>
                </a:lnTo>
                <a:lnTo>
                  <a:pt x="67807" y="69955"/>
                </a:lnTo>
                <a:lnTo>
                  <a:pt x="67602" y="69545"/>
                </a:lnTo>
                <a:lnTo>
                  <a:pt x="67398" y="69648"/>
                </a:lnTo>
                <a:lnTo>
                  <a:pt x="67295" y="69239"/>
                </a:lnTo>
                <a:lnTo>
                  <a:pt x="68216" y="69034"/>
                </a:lnTo>
                <a:lnTo>
                  <a:pt x="66068" y="69136"/>
                </a:lnTo>
                <a:lnTo>
                  <a:pt x="66068" y="69239"/>
                </a:lnTo>
                <a:lnTo>
                  <a:pt x="66580" y="69239"/>
                </a:lnTo>
                <a:lnTo>
                  <a:pt x="65045" y="69648"/>
                </a:lnTo>
                <a:lnTo>
                  <a:pt x="64636" y="69443"/>
                </a:lnTo>
                <a:lnTo>
                  <a:pt x="64432" y="69136"/>
                </a:lnTo>
                <a:lnTo>
                  <a:pt x="62489" y="69136"/>
                </a:lnTo>
                <a:lnTo>
                  <a:pt x="62284" y="68523"/>
                </a:lnTo>
                <a:lnTo>
                  <a:pt x="61466" y="68216"/>
                </a:lnTo>
                <a:lnTo>
                  <a:pt x="61159" y="67705"/>
                </a:lnTo>
                <a:lnTo>
                  <a:pt x="60750" y="67705"/>
                </a:lnTo>
                <a:lnTo>
                  <a:pt x="61159" y="68114"/>
                </a:lnTo>
                <a:lnTo>
                  <a:pt x="59727" y="68727"/>
                </a:lnTo>
                <a:lnTo>
                  <a:pt x="59523" y="69239"/>
                </a:lnTo>
                <a:lnTo>
                  <a:pt x="59932" y="70057"/>
                </a:lnTo>
                <a:lnTo>
                  <a:pt x="59625" y="70670"/>
                </a:lnTo>
                <a:lnTo>
                  <a:pt x="59216" y="70364"/>
                </a:lnTo>
                <a:lnTo>
                  <a:pt x="59114" y="69648"/>
                </a:lnTo>
                <a:lnTo>
                  <a:pt x="59420" y="69239"/>
                </a:lnTo>
                <a:lnTo>
                  <a:pt x="59318" y="68727"/>
                </a:lnTo>
                <a:lnTo>
                  <a:pt x="59420" y="68727"/>
                </a:lnTo>
                <a:lnTo>
                  <a:pt x="59216" y="68114"/>
                </a:lnTo>
                <a:lnTo>
                  <a:pt x="59830" y="67807"/>
                </a:lnTo>
                <a:lnTo>
                  <a:pt x="59625" y="67295"/>
                </a:lnTo>
                <a:lnTo>
                  <a:pt x="56966" y="68932"/>
                </a:lnTo>
                <a:lnTo>
                  <a:pt x="56966" y="68727"/>
                </a:lnTo>
                <a:lnTo>
                  <a:pt x="56557" y="68625"/>
                </a:lnTo>
                <a:lnTo>
                  <a:pt x="55739" y="69648"/>
                </a:lnTo>
                <a:lnTo>
                  <a:pt x="55841" y="69545"/>
                </a:lnTo>
                <a:lnTo>
                  <a:pt x="55534" y="70364"/>
                </a:lnTo>
                <a:lnTo>
                  <a:pt x="54614" y="71182"/>
                </a:lnTo>
                <a:lnTo>
                  <a:pt x="54511" y="71898"/>
                </a:lnTo>
                <a:lnTo>
                  <a:pt x="52977" y="70364"/>
                </a:lnTo>
                <a:lnTo>
                  <a:pt x="52057" y="70261"/>
                </a:lnTo>
                <a:lnTo>
                  <a:pt x="51034" y="70875"/>
                </a:lnTo>
                <a:lnTo>
                  <a:pt x="50011" y="70670"/>
                </a:lnTo>
                <a:lnTo>
                  <a:pt x="50011" y="70670"/>
                </a:lnTo>
                <a:lnTo>
                  <a:pt x="50114" y="70875"/>
                </a:lnTo>
                <a:lnTo>
                  <a:pt x="48375" y="68420"/>
                </a:lnTo>
                <a:lnTo>
                  <a:pt x="48580" y="67602"/>
                </a:lnTo>
                <a:lnTo>
                  <a:pt x="48682" y="67705"/>
                </a:lnTo>
                <a:lnTo>
                  <a:pt x="48784" y="66989"/>
                </a:lnTo>
                <a:lnTo>
                  <a:pt x="48784" y="67193"/>
                </a:lnTo>
                <a:lnTo>
                  <a:pt x="49193" y="64739"/>
                </a:lnTo>
                <a:lnTo>
                  <a:pt x="48989" y="64330"/>
                </a:lnTo>
                <a:lnTo>
                  <a:pt x="48580" y="64125"/>
                </a:lnTo>
                <a:lnTo>
                  <a:pt x="48886" y="64227"/>
                </a:lnTo>
                <a:lnTo>
                  <a:pt x="48273" y="63716"/>
                </a:lnTo>
                <a:lnTo>
                  <a:pt x="44284" y="63614"/>
                </a:lnTo>
                <a:lnTo>
                  <a:pt x="45000" y="62795"/>
                </a:lnTo>
                <a:lnTo>
                  <a:pt x="45102" y="61159"/>
                </a:lnTo>
                <a:lnTo>
                  <a:pt x="45409" y="60648"/>
                </a:lnTo>
                <a:lnTo>
                  <a:pt x="45511" y="61261"/>
                </a:lnTo>
                <a:lnTo>
                  <a:pt x="46023" y="60136"/>
                </a:lnTo>
                <a:lnTo>
                  <a:pt x="45818" y="60239"/>
                </a:lnTo>
                <a:lnTo>
                  <a:pt x="46125" y="59932"/>
                </a:lnTo>
                <a:lnTo>
                  <a:pt x="46125" y="59625"/>
                </a:lnTo>
                <a:lnTo>
                  <a:pt x="46534" y="58807"/>
                </a:lnTo>
                <a:lnTo>
                  <a:pt x="46432" y="57989"/>
                </a:lnTo>
                <a:lnTo>
                  <a:pt x="43875" y="58295"/>
                </a:lnTo>
                <a:lnTo>
                  <a:pt x="42955" y="60239"/>
                </a:lnTo>
                <a:lnTo>
                  <a:pt x="42341" y="60648"/>
                </a:lnTo>
                <a:lnTo>
                  <a:pt x="42545" y="60648"/>
                </a:lnTo>
                <a:lnTo>
                  <a:pt x="42443" y="60955"/>
                </a:lnTo>
                <a:lnTo>
                  <a:pt x="39477" y="61261"/>
                </a:lnTo>
                <a:lnTo>
                  <a:pt x="38557" y="60750"/>
                </a:lnTo>
                <a:lnTo>
                  <a:pt x="38557" y="60750"/>
                </a:lnTo>
                <a:lnTo>
                  <a:pt x="38659" y="60852"/>
                </a:lnTo>
                <a:lnTo>
                  <a:pt x="38659" y="60852"/>
                </a:lnTo>
                <a:lnTo>
                  <a:pt x="38352" y="60648"/>
                </a:lnTo>
                <a:lnTo>
                  <a:pt x="38352" y="60648"/>
                </a:lnTo>
                <a:lnTo>
                  <a:pt x="38557" y="60750"/>
                </a:lnTo>
                <a:lnTo>
                  <a:pt x="37432" y="57989"/>
                </a:lnTo>
                <a:lnTo>
                  <a:pt x="37432" y="58193"/>
                </a:lnTo>
                <a:lnTo>
                  <a:pt x="37227" y="57375"/>
                </a:lnTo>
                <a:lnTo>
                  <a:pt x="37432" y="57989"/>
                </a:lnTo>
                <a:lnTo>
                  <a:pt x="38455" y="52159"/>
                </a:lnTo>
                <a:lnTo>
                  <a:pt x="38250" y="51750"/>
                </a:lnTo>
                <a:lnTo>
                  <a:pt x="38761" y="51545"/>
                </a:lnTo>
                <a:lnTo>
                  <a:pt x="38761" y="51341"/>
                </a:lnTo>
                <a:lnTo>
                  <a:pt x="39068" y="51136"/>
                </a:lnTo>
                <a:lnTo>
                  <a:pt x="38966" y="51136"/>
                </a:lnTo>
                <a:lnTo>
                  <a:pt x="39170" y="51034"/>
                </a:lnTo>
                <a:lnTo>
                  <a:pt x="39375" y="50830"/>
                </a:lnTo>
                <a:lnTo>
                  <a:pt x="39682" y="50727"/>
                </a:lnTo>
                <a:lnTo>
                  <a:pt x="39580" y="50523"/>
                </a:lnTo>
                <a:lnTo>
                  <a:pt x="40091" y="50625"/>
                </a:lnTo>
                <a:lnTo>
                  <a:pt x="41216" y="49909"/>
                </a:lnTo>
                <a:lnTo>
                  <a:pt x="41216" y="49705"/>
                </a:lnTo>
                <a:lnTo>
                  <a:pt x="41420" y="49398"/>
                </a:lnTo>
                <a:lnTo>
                  <a:pt x="41420" y="49602"/>
                </a:lnTo>
                <a:lnTo>
                  <a:pt x="41625" y="49602"/>
                </a:lnTo>
                <a:lnTo>
                  <a:pt x="41318" y="49807"/>
                </a:lnTo>
                <a:lnTo>
                  <a:pt x="42341" y="49193"/>
                </a:lnTo>
                <a:lnTo>
                  <a:pt x="43773" y="49602"/>
                </a:lnTo>
                <a:lnTo>
                  <a:pt x="43977" y="49398"/>
                </a:lnTo>
                <a:lnTo>
                  <a:pt x="44489" y="49602"/>
                </a:lnTo>
                <a:lnTo>
                  <a:pt x="44489" y="49909"/>
                </a:lnTo>
                <a:lnTo>
                  <a:pt x="44386" y="49909"/>
                </a:lnTo>
                <a:lnTo>
                  <a:pt x="45205" y="50114"/>
                </a:lnTo>
                <a:lnTo>
                  <a:pt x="45409" y="49705"/>
                </a:lnTo>
                <a:lnTo>
                  <a:pt x="45920" y="50216"/>
                </a:lnTo>
                <a:lnTo>
                  <a:pt x="46125" y="50216"/>
                </a:lnTo>
                <a:lnTo>
                  <a:pt x="45818" y="49705"/>
                </a:lnTo>
                <a:lnTo>
                  <a:pt x="46227" y="49091"/>
                </a:lnTo>
                <a:lnTo>
                  <a:pt x="46227" y="49091"/>
                </a:lnTo>
                <a:lnTo>
                  <a:pt x="45920" y="49295"/>
                </a:lnTo>
                <a:lnTo>
                  <a:pt x="46023" y="48989"/>
                </a:lnTo>
                <a:lnTo>
                  <a:pt x="45307" y="49091"/>
                </a:lnTo>
                <a:lnTo>
                  <a:pt x="47557" y="48477"/>
                </a:lnTo>
                <a:lnTo>
                  <a:pt x="47557" y="48477"/>
                </a:lnTo>
                <a:lnTo>
                  <a:pt x="47455" y="48989"/>
                </a:lnTo>
                <a:lnTo>
                  <a:pt x="47966" y="48784"/>
                </a:lnTo>
                <a:lnTo>
                  <a:pt x="47966" y="48886"/>
                </a:lnTo>
                <a:lnTo>
                  <a:pt x="48477" y="48580"/>
                </a:lnTo>
                <a:lnTo>
                  <a:pt x="48477" y="48580"/>
                </a:lnTo>
                <a:lnTo>
                  <a:pt x="48170" y="48886"/>
                </a:lnTo>
                <a:lnTo>
                  <a:pt x="48886" y="48784"/>
                </a:lnTo>
                <a:lnTo>
                  <a:pt x="49602" y="48886"/>
                </a:lnTo>
                <a:lnTo>
                  <a:pt x="49500" y="49091"/>
                </a:lnTo>
                <a:lnTo>
                  <a:pt x="49655" y="49401"/>
                </a:lnTo>
                <a:lnTo>
                  <a:pt x="49655" y="49401"/>
                </a:lnTo>
                <a:lnTo>
                  <a:pt x="51239" y="49500"/>
                </a:lnTo>
                <a:lnTo>
                  <a:pt x="51750" y="50216"/>
                </a:lnTo>
                <a:lnTo>
                  <a:pt x="51443" y="51545"/>
                </a:lnTo>
                <a:lnTo>
                  <a:pt x="51648" y="51239"/>
                </a:lnTo>
                <a:lnTo>
                  <a:pt x="51852" y="51341"/>
                </a:lnTo>
                <a:lnTo>
                  <a:pt x="51443" y="51750"/>
                </a:lnTo>
                <a:lnTo>
                  <a:pt x="52670" y="54102"/>
                </a:lnTo>
                <a:lnTo>
                  <a:pt x="52875" y="54102"/>
                </a:lnTo>
                <a:lnTo>
                  <a:pt x="53485" y="53390"/>
                </a:lnTo>
                <a:lnTo>
                  <a:pt x="53485" y="53390"/>
                </a:lnTo>
                <a:lnTo>
                  <a:pt x="53403" y="50915"/>
                </a:lnTo>
                <a:lnTo>
                  <a:pt x="53591" y="50727"/>
                </a:lnTo>
                <a:lnTo>
                  <a:pt x="53489" y="47761"/>
                </a:lnTo>
                <a:lnTo>
                  <a:pt x="53693" y="47659"/>
                </a:lnTo>
                <a:lnTo>
                  <a:pt x="54307" y="46636"/>
                </a:lnTo>
                <a:lnTo>
                  <a:pt x="54307" y="46841"/>
                </a:lnTo>
                <a:lnTo>
                  <a:pt x="54409" y="46739"/>
                </a:lnTo>
                <a:lnTo>
                  <a:pt x="54409" y="46636"/>
                </a:lnTo>
                <a:lnTo>
                  <a:pt x="55841" y="45716"/>
                </a:lnTo>
                <a:lnTo>
                  <a:pt x="55841" y="45818"/>
                </a:lnTo>
                <a:lnTo>
                  <a:pt x="57170" y="44898"/>
                </a:lnTo>
                <a:lnTo>
                  <a:pt x="57170" y="45102"/>
                </a:lnTo>
                <a:lnTo>
                  <a:pt x="57784" y="44284"/>
                </a:lnTo>
                <a:lnTo>
                  <a:pt x="58705" y="44080"/>
                </a:lnTo>
                <a:lnTo>
                  <a:pt x="58193" y="43875"/>
                </a:lnTo>
                <a:lnTo>
                  <a:pt x="58602" y="43875"/>
                </a:lnTo>
                <a:lnTo>
                  <a:pt x="58295" y="43466"/>
                </a:lnTo>
                <a:lnTo>
                  <a:pt x="59420" y="43364"/>
                </a:lnTo>
                <a:lnTo>
                  <a:pt x="59523" y="43057"/>
                </a:lnTo>
                <a:lnTo>
                  <a:pt x="59523" y="43057"/>
                </a:lnTo>
                <a:lnTo>
                  <a:pt x="59216" y="43364"/>
                </a:lnTo>
                <a:lnTo>
                  <a:pt x="58705" y="43057"/>
                </a:lnTo>
                <a:lnTo>
                  <a:pt x="58807" y="42750"/>
                </a:lnTo>
                <a:lnTo>
                  <a:pt x="59216" y="42852"/>
                </a:lnTo>
                <a:lnTo>
                  <a:pt x="59318" y="42750"/>
                </a:lnTo>
                <a:lnTo>
                  <a:pt x="59523" y="42852"/>
                </a:lnTo>
                <a:lnTo>
                  <a:pt x="59523" y="42545"/>
                </a:lnTo>
                <a:lnTo>
                  <a:pt x="59420" y="42034"/>
                </a:lnTo>
                <a:lnTo>
                  <a:pt x="59216" y="41932"/>
                </a:lnTo>
                <a:lnTo>
                  <a:pt x="58705" y="41625"/>
                </a:lnTo>
                <a:lnTo>
                  <a:pt x="59114" y="41727"/>
                </a:lnTo>
                <a:lnTo>
                  <a:pt x="59216" y="41932"/>
                </a:lnTo>
                <a:lnTo>
                  <a:pt x="59216" y="41932"/>
                </a:lnTo>
                <a:lnTo>
                  <a:pt x="59114" y="41420"/>
                </a:lnTo>
                <a:lnTo>
                  <a:pt x="59420" y="41420"/>
                </a:lnTo>
                <a:lnTo>
                  <a:pt x="59523" y="41318"/>
                </a:lnTo>
                <a:lnTo>
                  <a:pt x="59011" y="40705"/>
                </a:lnTo>
                <a:lnTo>
                  <a:pt x="59523" y="41216"/>
                </a:lnTo>
                <a:lnTo>
                  <a:pt x="59523" y="40807"/>
                </a:lnTo>
                <a:lnTo>
                  <a:pt x="58909" y="40500"/>
                </a:lnTo>
                <a:lnTo>
                  <a:pt x="59318" y="39989"/>
                </a:lnTo>
                <a:lnTo>
                  <a:pt x="59011" y="40500"/>
                </a:lnTo>
                <a:lnTo>
                  <a:pt x="59216" y="40398"/>
                </a:lnTo>
                <a:lnTo>
                  <a:pt x="59216" y="40602"/>
                </a:lnTo>
                <a:lnTo>
                  <a:pt x="59318" y="40500"/>
                </a:lnTo>
                <a:lnTo>
                  <a:pt x="59625" y="40807"/>
                </a:lnTo>
                <a:lnTo>
                  <a:pt x="59523" y="40295"/>
                </a:lnTo>
                <a:lnTo>
                  <a:pt x="59727" y="40500"/>
                </a:lnTo>
                <a:lnTo>
                  <a:pt x="59830" y="39580"/>
                </a:lnTo>
                <a:lnTo>
                  <a:pt x="60034" y="39477"/>
                </a:lnTo>
                <a:lnTo>
                  <a:pt x="60034" y="39580"/>
                </a:lnTo>
                <a:lnTo>
                  <a:pt x="60136" y="39375"/>
                </a:lnTo>
                <a:lnTo>
                  <a:pt x="60136" y="39477"/>
                </a:lnTo>
                <a:lnTo>
                  <a:pt x="60443" y="39273"/>
                </a:lnTo>
                <a:lnTo>
                  <a:pt x="60443" y="39375"/>
                </a:lnTo>
                <a:lnTo>
                  <a:pt x="60341" y="39477"/>
                </a:lnTo>
                <a:lnTo>
                  <a:pt x="60443" y="39477"/>
                </a:lnTo>
                <a:lnTo>
                  <a:pt x="60034" y="39784"/>
                </a:lnTo>
                <a:lnTo>
                  <a:pt x="60136" y="39784"/>
                </a:lnTo>
                <a:lnTo>
                  <a:pt x="59830" y="40193"/>
                </a:lnTo>
                <a:lnTo>
                  <a:pt x="60136" y="40295"/>
                </a:lnTo>
                <a:lnTo>
                  <a:pt x="60136" y="40500"/>
                </a:lnTo>
                <a:lnTo>
                  <a:pt x="60034" y="40705"/>
                </a:lnTo>
                <a:lnTo>
                  <a:pt x="60034" y="40909"/>
                </a:lnTo>
                <a:lnTo>
                  <a:pt x="60136" y="40909"/>
                </a:lnTo>
                <a:lnTo>
                  <a:pt x="59727" y="41830"/>
                </a:lnTo>
                <a:lnTo>
                  <a:pt x="60750" y="40500"/>
                </a:lnTo>
                <a:lnTo>
                  <a:pt x="60750" y="39375"/>
                </a:lnTo>
                <a:lnTo>
                  <a:pt x="61057" y="39886"/>
                </a:lnTo>
                <a:lnTo>
                  <a:pt x="62182" y="38864"/>
                </a:lnTo>
                <a:lnTo>
                  <a:pt x="62386" y="38455"/>
                </a:lnTo>
                <a:lnTo>
                  <a:pt x="62284" y="38250"/>
                </a:lnTo>
                <a:lnTo>
                  <a:pt x="62591" y="37636"/>
                </a:lnTo>
                <a:lnTo>
                  <a:pt x="62489" y="38148"/>
                </a:lnTo>
                <a:lnTo>
                  <a:pt x="64943" y="37125"/>
                </a:lnTo>
                <a:lnTo>
                  <a:pt x="65045" y="37227"/>
                </a:lnTo>
                <a:lnTo>
                  <a:pt x="65148" y="37125"/>
                </a:lnTo>
                <a:lnTo>
                  <a:pt x="65148" y="37125"/>
                </a:lnTo>
                <a:lnTo>
                  <a:pt x="65045" y="37432"/>
                </a:lnTo>
                <a:lnTo>
                  <a:pt x="65557" y="37227"/>
                </a:lnTo>
                <a:lnTo>
                  <a:pt x="65557" y="37227"/>
                </a:lnTo>
                <a:lnTo>
                  <a:pt x="65455" y="37330"/>
                </a:lnTo>
                <a:lnTo>
                  <a:pt x="66068" y="37227"/>
                </a:lnTo>
                <a:lnTo>
                  <a:pt x="65966" y="36818"/>
                </a:lnTo>
                <a:lnTo>
                  <a:pt x="65761" y="37125"/>
                </a:lnTo>
                <a:lnTo>
                  <a:pt x="65455" y="36614"/>
                </a:lnTo>
                <a:lnTo>
                  <a:pt x="66784" y="35080"/>
                </a:lnTo>
                <a:lnTo>
                  <a:pt x="66886" y="35182"/>
                </a:lnTo>
                <a:lnTo>
                  <a:pt x="66989" y="34977"/>
                </a:lnTo>
                <a:lnTo>
                  <a:pt x="66989" y="35080"/>
                </a:lnTo>
                <a:lnTo>
                  <a:pt x="67091" y="34875"/>
                </a:lnTo>
                <a:lnTo>
                  <a:pt x="67091" y="35080"/>
                </a:lnTo>
                <a:lnTo>
                  <a:pt x="67193" y="34977"/>
                </a:lnTo>
                <a:lnTo>
                  <a:pt x="68011" y="34364"/>
                </a:lnTo>
                <a:lnTo>
                  <a:pt x="68011" y="34466"/>
                </a:lnTo>
                <a:lnTo>
                  <a:pt x="67909" y="34568"/>
                </a:lnTo>
                <a:lnTo>
                  <a:pt x="68114" y="34670"/>
                </a:lnTo>
                <a:lnTo>
                  <a:pt x="68216" y="34364"/>
                </a:lnTo>
                <a:lnTo>
                  <a:pt x="68523" y="34568"/>
                </a:lnTo>
                <a:lnTo>
                  <a:pt x="69136" y="34261"/>
                </a:lnTo>
                <a:lnTo>
                  <a:pt x="69545" y="33648"/>
                </a:lnTo>
                <a:lnTo>
                  <a:pt x="70568" y="33443"/>
                </a:lnTo>
                <a:lnTo>
                  <a:pt x="70466" y="33545"/>
                </a:lnTo>
                <a:lnTo>
                  <a:pt x="71795" y="32932"/>
                </a:lnTo>
                <a:lnTo>
                  <a:pt x="72102" y="33034"/>
                </a:lnTo>
                <a:lnTo>
                  <a:pt x="71386" y="33443"/>
                </a:lnTo>
                <a:lnTo>
                  <a:pt x="72716" y="33443"/>
                </a:lnTo>
                <a:lnTo>
                  <a:pt x="71898" y="33852"/>
                </a:lnTo>
                <a:lnTo>
                  <a:pt x="71898" y="33545"/>
                </a:lnTo>
                <a:lnTo>
                  <a:pt x="71795" y="33545"/>
                </a:lnTo>
                <a:lnTo>
                  <a:pt x="70568" y="34261"/>
                </a:lnTo>
                <a:lnTo>
                  <a:pt x="70568" y="34261"/>
                </a:lnTo>
                <a:lnTo>
                  <a:pt x="70364" y="34364"/>
                </a:lnTo>
                <a:lnTo>
                  <a:pt x="69955" y="35182"/>
                </a:lnTo>
                <a:lnTo>
                  <a:pt x="70261" y="35386"/>
                </a:lnTo>
                <a:lnTo>
                  <a:pt x="71795" y="34364"/>
                </a:lnTo>
                <a:lnTo>
                  <a:pt x="71795" y="34466"/>
                </a:lnTo>
                <a:lnTo>
                  <a:pt x="71898" y="34261"/>
                </a:lnTo>
                <a:lnTo>
                  <a:pt x="74250" y="33648"/>
                </a:lnTo>
                <a:lnTo>
                  <a:pt x="74250" y="33443"/>
                </a:lnTo>
                <a:lnTo>
                  <a:pt x="74250" y="33136"/>
                </a:lnTo>
                <a:lnTo>
                  <a:pt x="73943" y="32932"/>
                </a:lnTo>
                <a:lnTo>
                  <a:pt x="73227" y="33239"/>
                </a:lnTo>
                <a:lnTo>
                  <a:pt x="73330" y="33136"/>
                </a:lnTo>
                <a:lnTo>
                  <a:pt x="72307" y="32830"/>
                </a:lnTo>
                <a:lnTo>
                  <a:pt x="72511" y="32727"/>
                </a:lnTo>
                <a:lnTo>
                  <a:pt x="72000" y="32420"/>
                </a:lnTo>
                <a:lnTo>
                  <a:pt x="72000" y="31807"/>
                </a:lnTo>
                <a:lnTo>
                  <a:pt x="71693" y="31705"/>
                </a:lnTo>
                <a:lnTo>
                  <a:pt x="72409" y="31091"/>
                </a:lnTo>
                <a:lnTo>
                  <a:pt x="72146" y="31003"/>
                </a:lnTo>
                <a:lnTo>
                  <a:pt x="72146" y="31003"/>
                </a:lnTo>
                <a:lnTo>
                  <a:pt x="71795" y="31091"/>
                </a:lnTo>
                <a:lnTo>
                  <a:pt x="70875" y="30784"/>
                </a:lnTo>
                <a:lnTo>
                  <a:pt x="72102" y="30784"/>
                </a:lnTo>
                <a:lnTo>
                  <a:pt x="72818" y="29966"/>
                </a:lnTo>
                <a:lnTo>
                  <a:pt x="70568" y="29966"/>
                </a:lnTo>
                <a:lnTo>
                  <a:pt x="63307" y="33852"/>
                </a:lnTo>
                <a:lnTo>
                  <a:pt x="63307" y="33852"/>
                </a:lnTo>
                <a:lnTo>
                  <a:pt x="68114" y="31091"/>
                </a:lnTo>
                <a:lnTo>
                  <a:pt x="67602" y="30375"/>
                </a:lnTo>
                <a:lnTo>
                  <a:pt x="79977" y="27205"/>
                </a:lnTo>
                <a:lnTo>
                  <a:pt x="80795" y="26489"/>
                </a:lnTo>
                <a:lnTo>
                  <a:pt x="80591" y="26284"/>
                </a:lnTo>
                <a:lnTo>
                  <a:pt x="81000" y="26080"/>
                </a:lnTo>
                <a:lnTo>
                  <a:pt x="81205" y="25466"/>
                </a:lnTo>
                <a:lnTo>
                  <a:pt x="80898" y="25159"/>
                </a:lnTo>
                <a:lnTo>
                  <a:pt x="80080" y="25364"/>
                </a:lnTo>
                <a:lnTo>
                  <a:pt x="79977" y="25261"/>
                </a:lnTo>
                <a:lnTo>
                  <a:pt x="80386" y="24852"/>
                </a:lnTo>
                <a:lnTo>
                  <a:pt x="79875" y="24750"/>
                </a:lnTo>
                <a:lnTo>
                  <a:pt x="77727" y="25568"/>
                </a:lnTo>
                <a:lnTo>
                  <a:pt x="78034" y="25364"/>
                </a:lnTo>
                <a:lnTo>
                  <a:pt x="77830" y="25261"/>
                </a:lnTo>
                <a:lnTo>
                  <a:pt x="80182" y="24545"/>
                </a:lnTo>
                <a:lnTo>
                  <a:pt x="80182" y="24034"/>
                </a:lnTo>
                <a:lnTo>
                  <a:pt x="79773" y="24136"/>
                </a:lnTo>
                <a:lnTo>
                  <a:pt x="79261" y="23727"/>
                </a:lnTo>
                <a:lnTo>
                  <a:pt x="78648" y="24034"/>
                </a:lnTo>
                <a:lnTo>
                  <a:pt x="79159" y="23727"/>
                </a:lnTo>
                <a:lnTo>
                  <a:pt x="78852" y="23625"/>
                </a:lnTo>
                <a:lnTo>
                  <a:pt x="78239" y="23830"/>
                </a:lnTo>
                <a:lnTo>
                  <a:pt x="78648" y="23523"/>
                </a:lnTo>
                <a:lnTo>
                  <a:pt x="78648" y="23114"/>
                </a:lnTo>
                <a:lnTo>
                  <a:pt x="78545" y="23216"/>
                </a:lnTo>
                <a:lnTo>
                  <a:pt x="78443" y="23011"/>
                </a:lnTo>
                <a:lnTo>
                  <a:pt x="77932" y="22909"/>
                </a:lnTo>
                <a:lnTo>
                  <a:pt x="78136" y="22705"/>
                </a:lnTo>
                <a:lnTo>
                  <a:pt x="77830" y="22705"/>
                </a:lnTo>
                <a:lnTo>
                  <a:pt x="78136" y="22602"/>
                </a:lnTo>
                <a:lnTo>
                  <a:pt x="77727" y="22500"/>
                </a:lnTo>
                <a:lnTo>
                  <a:pt x="77932" y="22398"/>
                </a:lnTo>
                <a:lnTo>
                  <a:pt x="77523" y="22193"/>
                </a:lnTo>
                <a:lnTo>
                  <a:pt x="78341" y="22091"/>
                </a:lnTo>
                <a:lnTo>
                  <a:pt x="77727" y="21477"/>
                </a:lnTo>
                <a:lnTo>
                  <a:pt x="78341" y="21170"/>
                </a:lnTo>
                <a:lnTo>
                  <a:pt x="78034" y="20864"/>
                </a:lnTo>
                <a:lnTo>
                  <a:pt x="77420" y="20966"/>
                </a:lnTo>
                <a:lnTo>
                  <a:pt x="77420" y="20966"/>
                </a:lnTo>
                <a:lnTo>
                  <a:pt x="78136" y="20557"/>
                </a:lnTo>
                <a:lnTo>
                  <a:pt x="77318" y="20659"/>
                </a:lnTo>
                <a:lnTo>
                  <a:pt x="77318" y="20659"/>
                </a:lnTo>
                <a:lnTo>
                  <a:pt x="77932" y="20455"/>
                </a:lnTo>
                <a:lnTo>
                  <a:pt x="77727" y="20148"/>
                </a:lnTo>
                <a:lnTo>
                  <a:pt x="77932" y="20045"/>
                </a:lnTo>
                <a:lnTo>
                  <a:pt x="77318" y="20045"/>
                </a:lnTo>
                <a:lnTo>
                  <a:pt x="77727" y="19943"/>
                </a:lnTo>
                <a:lnTo>
                  <a:pt x="77523" y="19636"/>
                </a:lnTo>
                <a:lnTo>
                  <a:pt x="77727" y="19534"/>
                </a:lnTo>
                <a:lnTo>
                  <a:pt x="77625" y="19330"/>
                </a:lnTo>
                <a:lnTo>
                  <a:pt x="77420" y="19330"/>
                </a:lnTo>
                <a:lnTo>
                  <a:pt x="77216" y="19125"/>
                </a:lnTo>
                <a:lnTo>
                  <a:pt x="77216" y="18818"/>
                </a:lnTo>
                <a:lnTo>
                  <a:pt x="76705" y="19739"/>
                </a:lnTo>
                <a:lnTo>
                  <a:pt x="76398" y="19739"/>
                </a:lnTo>
                <a:lnTo>
                  <a:pt x="76295" y="20045"/>
                </a:lnTo>
                <a:lnTo>
                  <a:pt x="75580" y="20557"/>
                </a:lnTo>
                <a:lnTo>
                  <a:pt x="75477" y="20250"/>
                </a:lnTo>
                <a:lnTo>
                  <a:pt x="74148" y="21068"/>
                </a:lnTo>
                <a:lnTo>
                  <a:pt x="74250" y="20659"/>
                </a:lnTo>
                <a:lnTo>
                  <a:pt x="73943" y="20864"/>
                </a:lnTo>
                <a:lnTo>
                  <a:pt x="73841" y="20761"/>
                </a:lnTo>
                <a:lnTo>
                  <a:pt x="73739" y="20761"/>
                </a:lnTo>
                <a:lnTo>
                  <a:pt x="73943" y="20250"/>
                </a:lnTo>
                <a:lnTo>
                  <a:pt x="72716" y="20250"/>
                </a:lnTo>
                <a:lnTo>
                  <a:pt x="73534" y="19739"/>
                </a:lnTo>
                <a:lnTo>
                  <a:pt x="73330" y="19739"/>
                </a:lnTo>
                <a:lnTo>
                  <a:pt x="73534" y="19330"/>
                </a:lnTo>
                <a:lnTo>
                  <a:pt x="72920" y="19125"/>
                </a:lnTo>
                <a:lnTo>
                  <a:pt x="73636" y="19023"/>
                </a:lnTo>
                <a:lnTo>
                  <a:pt x="74148" y="18102"/>
                </a:lnTo>
                <a:lnTo>
                  <a:pt x="74148" y="18102"/>
                </a:lnTo>
                <a:lnTo>
                  <a:pt x="73841" y="18307"/>
                </a:lnTo>
                <a:lnTo>
                  <a:pt x="72716" y="17795"/>
                </a:lnTo>
                <a:lnTo>
                  <a:pt x="73023" y="17591"/>
                </a:lnTo>
                <a:lnTo>
                  <a:pt x="72511" y="17591"/>
                </a:lnTo>
                <a:lnTo>
                  <a:pt x="72000" y="16875"/>
                </a:lnTo>
                <a:lnTo>
                  <a:pt x="70364" y="17080"/>
                </a:lnTo>
                <a:lnTo>
                  <a:pt x="70466" y="16977"/>
                </a:lnTo>
                <a:lnTo>
                  <a:pt x="68932" y="16875"/>
                </a:lnTo>
                <a:lnTo>
                  <a:pt x="68727" y="17693"/>
                </a:lnTo>
                <a:lnTo>
                  <a:pt x="67909" y="18307"/>
                </a:lnTo>
                <a:lnTo>
                  <a:pt x="68318" y="18307"/>
                </a:lnTo>
                <a:lnTo>
                  <a:pt x="67909" y="19023"/>
                </a:lnTo>
                <a:lnTo>
                  <a:pt x="68114" y="19125"/>
                </a:lnTo>
                <a:lnTo>
                  <a:pt x="66580" y="20250"/>
                </a:lnTo>
                <a:lnTo>
                  <a:pt x="67193" y="21784"/>
                </a:lnTo>
                <a:lnTo>
                  <a:pt x="63511" y="24239"/>
                </a:lnTo>
                <a:lnTo>
                  <a:pt x="63716" y="24750"/>
                </a:lnTo>
                <a:lnTo>
                  <a:pt x="63614" y="24750"/>
                </a:lnTo>
                <a:lnTo>
                  <a:pt x="63716" y="25057"/>
                </a:lnTo>
                <a:lnTo>
                  <a:pt x="63307" y="26591"/>
                </a:lnTo>
                <a:lnTo>
                  <a:pt x="62693" y="27000"/>
                </a:lnTo>
                <a:lnTo>
                  <a:pt x="62795" y="27307"/>
                </a:lnTo>
                <a:lnTo>
                  <a:pt x="62489" y="27614"/>
                </a:lnTo>
                <a:lnTo>
                  <a:pt x="62386" y="27205"/>
                </a:lnTo>
                <a:lnTo>
                  <a:pt x="61977" y="27511"/>
                </a:lnTo>
                <a:lnTo>
                  <a:pt x="61977" y="28023"/>
                </a:lnTo>
                <a:lnTo>
                  <a:pt x="60955" y="27716"/>
                </a:lnTo>
                <a:lnTo>
                  <a:pt x="61364" y="27000"/>
                </a:lnTo>
                <a:lnTo>
                  <a:pt x="60648" y="26591"/>
                </a:lnTo>
                <a:lnTo>
                  <a:pt x="61466" y="24341"/>
                </a:lnTo>
                <a:lnTo>
                  <a:pt x="60852" y="23625"/>
                </a:lnTo>
                <a:lnTo>
                  <a:pt x="59420" y="23830"/>
                </a:lnTo>
                <a:lnTo>
                  <a:pt x="59216" y="23216"/>
                </a:lnTo>
                <a:lnTo>
                  <a:pt x="57682" y="22091"/>
                </a:lnTo>
                <a:lnTo>
                  <a:pt x="55227" y="21989"/>
                </a:lnTo>
                <a:lnTo>
                  <a:pt x="55330" y="21886"/>
                </a:lnTo>
                <a:lnTo>
                  <a:pt x="54920" y="22091"/>
                </a:lnTo>
                <a:lnTo>
                  <a:pt x="55636" y="20761"/>
                </a:lnTo>
                <a:lnTo>
                  <a:pt x="55534" y="20250"/>
                </a:lnTo>
                <a:lnTo>
                  <a:pt x="54614" y="20761"/>
                </a:lnTo>
                <a:lnTo>
                  <a:pt x="54920" y="20352"/>
                </a:lnTo>
                <a:lnTo>
                  <a:pt x="54716" y="20045"/>
                </a:lnTo>
                <a:lnTo>
                  <a:pt x="57580" y="17489"/>
                </a:lnTo>
                <a:lnTo>
                  <a:pt x="57580" y="17284"/>
                </a:lnTo>
                <a:lnTo>
                  <a:pt x="58091" y="16875"/>
                </a:lnTo>
                <a:lnTo>
                  <a:pt x="58398" y="17080"/>
                </a:lnTo>
                <a:lnTo>
                  <a:pt x="58398" y="16875"/>
                </a:lnTo>
                <a:lnTo>
                  <a:pt x="59114" y="16670"/>
                </a:lnTo>
                <a:lnTo>
                  <a:pt x="59216" y="16466"/>
                </a:lnTo>
                <a:lnTo>
                  <a:pt x="60136" y="16364"/>
                </a:lnTo>
                <a:lnTo>
                  <a:pt x="60239" y="15852"/>
                </a:lnTo>
                <a:lnTo>
                  <a:pt x="59830" y="15648"/>
                </a:lnTo>
                <a:lnTo>
                  <a:pt x="59420" y="15852"/>
                </a:lnTo>
                <a:lnTo>
                  <a:pt x="59727" y="15648"/>
                </a:lnTo>
                <a:lnTo>
                  <a:pt x="59011" y="15443"/>
                </a:lnTo>
                <a:lnTo>
                  <a:pt x="58909" y="15239"/>
                </a:lnTo>
                <a:lnTo>
                  <a:pt x="59932" y="15545"/>
                </a:lnTo>
                <a:lnTo>
                  <a:pt x="59932" y="15648"/>
                </a:lnTo>
                <a:lnTo>
                  <a:pt x="64227" y="14318"/>
                </a:lnTo>
                <a:lnTo>
                  <a:pt x="61670" y="13602"/>
                </a:lnTo>
                <a:lnTo>
                  <a:pt x="62693" y="13705"/>
                </a:lnTo>
                <a:lnTo>
                  <a:pt x="64330" y="14114"/>
                </a:lnTo>
                <a:lnTo>
                  <a:pt x="65455" y="13602"/>
                </a:lnTo>
                <a:lnTo>
                  <a:pt x="65250" y="13193"/>
                </a:lnTo>
                <a:lnTo>
                  <a:pt x="66170" y="13091"/>
                </a:lnTo>
                <a:lnTo>
                  <a:pt x="66375" y="13398"/>
                </a:lnTo>
                <a:lnTo>
                  <a:pt x="66784" y="13295"/>
                </a:lnTo>
                <a:lnTo>
                  <a:pt x="67091" y="13091"/>
                </a:lnTo>
                <a:lnTo>
                  <a:pt x="66580" y="12784"/>
                </a:lnTo>
                <a:lnTo>
                  <a:pt x="66580" y="12784"/>
                </a:lnTo>
                <a:lnTo>
                  <a:pt x="67091" y="12886"/>
                </a:lnTo>
                <a:lnTo>
                  <a:pt x="67398" y="13295"/>
                </a:lnTo>
                <a:lnTo>
                  <a:pt x="69545" y="12273"/>
                </a:lnTo>
                <a:lnTo>
                  <a:pt x="69443" y="11659"/>
                </a:lnTo>
                <a:lnTo>
                  <a:pt x="69955" y="11045"/>
                </a:lnTo>
                <a:lnTo>
                  <a:pt x="70568" y="10841"/>
                </a:lnTo>
                <a:lnTo>
                  <a:pt x="69955" y="10739"/>
                </a:lnTo>
                <a:lnTo>
                  <a:pt x="69852" y="10534"/>
                </a:lnTo>
                <a:lnTo>
                  <a:pt x="70159" y="10432"/>
                </a:lnTo>
                <a:lnTo>
                  <a:pt x="68216" y="10227"/>
                </a:lnTo>
                <a:lnTo>
                  <a:pt x="67909" y="10739"/>
                </a:lnTo>
                <a:lnTo>
                  <a:pt x="68114" y="10943"/>
                </a:lnTo>
                <a:lnTo>
                  <a:pt x="67807" y="11045"/>
                </a:lnTo>
                <a:lnTo>
                  <a:pt x="68011" y="11148"/>
                </a:lnTo>
                <a:lnTo>
                  <a:pt x="65352" y="12580"/>
                </a:lnTo>
                <a:lnTo>
                  <a:pt x="65148" y="11761"/>
                </a:lnTo>
                <a:lnTo>
                  <a:pt x="65352" y="11557"/>
                </a:lnTo>
                <a:lnTo>
                  <a:pt x="65455" y="11557"/>
                </a:lnTo>
                <a:lnTo>
                  <a:pt x="65864" y="11045"/>
                </a:lnTo>
                <a:lnTo>
                  <a:pt x="64841" y="11045"/>
                </a:lnTo>
                <a:lnTo>
                  <a:pt x="64023" y="11557"/>
                </a:lnTo>
                <a:lnTo>
                  <a:pt x="64023" y="11557"/>
                </a:lnTo>
                <a:lnTo>
                  <a:pt x="64125" y="10739"/>
                </a:lnTo>
                <a:lnTo>
                  <a:pt x="64739" y="10534"/>
                </a:lnTo>
                <a:lnTo>
                  <a:pt x="64125" y="10534"/>
                </a:lnTo>
                <a:lnTo>
                  <a:pt x="64432" y="10432"/>
                </a:lnTo>
                <a:lnTo>
                  <a:pt x="63307" y="10330"/>
                </a:lnTo>
                <a:lnTo>
                  <a:pt x="64125" y="10023"/>
                </a:lnTo>
                <a:lnTo>
                  <a:pt x="63818" y="10023"/>
                </a:lnTo>
                <a:lnTo>
                  <a:pt x="64330" y="9920"/>
                </a:lnTo>
                <a:lnTo>
                  <a:pt x="64125" y="9409"/>
                </a:lnTo>
                <a:lnTo>
                  <a:pt x="64432" y="9000"/>
                </a:lnTo>
                <a:lnTo>
                  <a:pt x="64227" y="8591"/>
                </a:lnTo>
                <a:lnTo>
                  <a:pt x="63920" y="8386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24"/>
          <p:cNvSpPr txBox="1">
            <a:spLocks noGrp="1"/>
          </p:cNvSpPr>
          <p:nvPr>
            <p:ph type="title" idx="4294967295"/>
          </p:nvPr>
        </p:nvSpPr>
        <p:spPr>
          <a:xfrm>
            <a:off x="855300" y="2373600"/>
            <a:ext cx="978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EXPERIENCE</a:t>
            </a:r>
            <a:endParaRPr/>
          </a:p>
        </p:txBody>
      </p:sp>
      <p:sp>
        <p:nvSpPr>
          <p:cNvPr id="317" name="Google Shape;317;p24"/>
          <p:cNvSpPr/>
          <p:nvPr/>
        </p:nvSpPr>
        <p:spPr>
          <a:xfrm>
            <a:off x="2627600" y="1654025"/>
            <a:ext cx="604800" cy="202500"/>
          </a:xfrm>
          <a:prstGeom prst="wedgeRectCallout">
            <a:avLst>
              <a:gd name="adj1" fmla="val -61797"/>
              <a:gd name="adj2" fmla="val -15037"/>
            </a:avLst>
          </a:prstGeom>
          <a:solidFill>
            <a:srgbClr val="FFFFFF">
              <a:alpha val="298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RightPath Insurance</a:t>
            </a:r>
            <a:endParaRPr sz="8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18" name="Google Shape;318;p24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319" name="Google Shape;319;p24"/>
          <p:cNvSpPr txBox="1">
            <a:spLocks noGrp="1"/>
          </p:cNvSpPr>
          <p:nvPr>
            <p:ph type="body" idx="4294967295"/>
          </p:nvPr>
        </p:nvSpPr>
        <p:spPr>
          <a:xfrm>
            <a:off x="457200" y="4756975"/>
            <a:ext cx="7719300" cy="30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accent2"/>
                </a:solidFill>
              </a:rPr>
              <a:t>Greenville, SC  |  IT Operations Manager &amp; Business Analyst</a:t>
            </a:r>
            <a:endParaRPr sz="9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sz="900" b="1">
              <a:solidFill>
                <a:schemeClr val="accent2"/>
              </a:solidFill>
            </a:endParaRPr>
          </a:p>
        </p:txBody>
      </p:sp>
      <p:grpSp>
        <p:nvGrpSpPr>
          <p:cNvPr id="320" name="Google Shape;320;p24"/>
          <p:cNvGrpSpPr/>
          <p:nvPr/>
        </p:nvGrpSpPr>
        <p:grpSpPr>
          <a:xfrm>
            <a:off x="1473403" y="1622642"/>
            <a:ext cx="123008" cy="265270"/>
            <a:chOff x="1473403" y="1622642"/>
            <a:chExt cx="123008" cy="265270"/>
          </a:xfrm>
        </p:grpSpPr>
        <p:sp>
          <p:nvSpPr>
            <p:cNvPr id="321" name="Google Shape;321;p24"/>
            <p:cNvSpPr/>
            <p:nvPr/>
          </p:nvSpPr>
          <p:spPr>
            <a:xfrm>
              <a:off x="1489956" y="1622642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24"/>
            <p:cNvSpPr/>
            <p:nvPr/>
          </p:nvSpPr>
          <p:spPr>
            <a:xfrm>
              <a:off x="1473403" y="1635069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24"/>
          <p:cNvGrpSpPr/>
          <p:nvPr/>
        </p:nvGrpSpPr>
        <p:grpSpPr>
          <a:xfrm>
            <a:off x="3083853" y="3276517"/>
            <a:ext cx="123008" cy="265270"/>
            <a:chOff x="2931453" y="3124117"/>
            <a:chExt cx="123008" cy="265270"/>
          </a:xfrm>
        </p:grpSpPr>
        <p:sp>
          <p:nvSpPr>
            <p:cNvPr id="324" name="Google Shape;324;p24"/>
            <p:cNvSpPr/>
            <p:nvPr/>
          </p:nvSpPr>
          <p:spPr>
            <a:xfrm>
              <a:off x="2948006" y="3124117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24"/>
            <p:cNvSpPr/>
            <p:nvPr/>
          </p:nvSpPr>
          <p:spPr>
            <a:xfrm>
              <a:off x="2931453" y="3136544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24"/>
          <p:cNvGrpSpPr/>
          <p:nvPr/>
        </p:nvGrpSpPr>
        <p:grpSpPr>
          <a:xfrm>
            <a:off x="4179328" y="1418692"/>
            <a:ext cx="123008" cy="265270"/>
            <a:chOff x="3874528" y="1113892"/>
            <a:chExt cx="123008" cy="265270"/>
          </a:xfrm>
        </p:grpSpPr>
        <p:sp>
          <p:nvSpPr>
            <p:cNvPr id="327" name="Google Shape;327;p24"/>
            <p:cNvSpPr/>
            <p:nvPr/>
          </p:nvSpPr>
          <p:spPr>
            <a:xfrm>
              <a:off x="3891081" y="1113892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24"/>
            <p:cNvSpPr/>
            <p:nvPr/>
          </p:nvSpPr>
          <p:spPr>
            <a:xfrm>
              <a:off x="3874528" y="1126319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24"/>
          <p:cNvGrpSpPr/>
          <p:nvPr/>
        </p:nvGrpSpPr>
        <p:grpSpPr>
          <a:xfrm>
            <a:off x="4908753" y="3541767"/>
            <a:ext cx="123008" cy="265270"/>
            <a:chOff x="4451553" y="3084567"/>
            <a:chExt cx="123008" cy="265270"/>
          </a:xfrm>
        </p:grpSpPr>
        <p:sp>
          <p:nvSpPr>
            <p:cNvPr id="330" name="Google Shape;330;p24"/>
            <p:cNvSpPr/>
            <p:nvPr/>
          </p:nvSpPr>
          <p:spPr>
            <a:xfrm>
              <a:off x="4468106" y="3084567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24"/>
            <p:cNvSpPr/>
            <p:nvPr/>
          </p:nvSpPr>
          <p:spPr>
            <a:xfrm>
              <a:off x="4451553" y="3096994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24"/>
          <p:cNvGrpSpPr/>
          <p:nvPr/>
        </p:nvGrpSpPr>
        <p:grpSpPr>
          <a:xfrm>
            <a:off x="7046578" y="1934442"/>
            <a:ext cx="123008" cy="265270"/>
            <a:chOff x="6436978" y="1324842"/>
            <a:chExt cx="123008" cy="265270"/>
          </a:xfrm>
        </p:grpSpPr>
        <p:sp>
          <p:nvSpPr>
            <p:cNvPr id="333" name="Google Shape;333;p24"/>
            <p:cNvSpPr/>
            <p:nvPr/>
          </p:nvSpPr>
          <p:spPr>
            <a:xfrm>
              <a:off x="6453531" y="1324842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24"/>
            <p:cNvSpPr/>
            <p:nvPr/>
          </p:nvSpPr>
          <p:spPr>
            <a:xfrm>
              <a:off x="6436978" y="1337269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24"/>
          <p:cNvGrpSpPr/>
          <p:nvPr/>
        </p:nvGrpSpPr>
        <p:grpSpPr>
          <a:xfrm>
            <a:off x="7701553" y="3594517"/>
            <a:ext cx="123008" cy="265270"/>
            <a:chOff x="6939553" y="2832517"/>
            <a:chExt cx="123008" cy="265270"/>
          </a:xfrm>
        </p:grpSpPr>
        <p:sp>
          <p:nvSpPr>
            <p:cNvPr id="336" name="Google Shape;336;p24"/>
            <p:cNvSpPr/>
            <p:nvPr/>
          </p:nvSpPr>
          <p:spPr>
            <a:xfrm>
              <a:off x="6956106" y="2832517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24"/>
            <p:cNvSpPr/>
            <p:nvPr/>
          </p:nvSpPr>
          <p:spPr>
            <a:xfrm>
              <a:off x="6939553" y="2844944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5"/>
          <p:cNvSpPr txBox="1">
            <a:spLocks noGrp="1"/>
          </p:cNvSpPr>
          <p:nvPr>
            <p:ph type="ctrTitle" idx="4294967295"/>
          </p:nvPr>
        </p:nvSpPr>
        <p:spPr>
          <a:xfrm>
            <a:off x="855300" y="1991850"/>
            <a:ext cx="74334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accent5"/>
                </a:solidFill>
              </a:rPr>
              <a:t>99.8%</a:t>
            </a:r>
            <a:endParaRPr sz="9600">
              <a:solidFill>
                <a:schemeClr val="accent5"/>
              </a:solidFill>
            </a:endParaRPr>
          </a:p>
        </p:txBody>
      </p:sp>
      <p:sp>
        <p:nvSpPr>
          <p:cNvPr id="343" name="Google Shape;343;p25"/>
          <p:cNvSpPr txBox="1">
            <a:spLocks noGrp="1"/>
          </p:cNvSpPr>
          <p:nvPr>
            <p:ph type="subTitle" idx="4294967295"/>
          </p:nvPr>
        </p:nvSpPr>
        <p:spPr>
          <a:xfrm>
            <a:off x="6811600" y="1991850"/>
            <a:ext cx="19305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Enterprise uptime maintained across hybrid cloud infrastructure</a:t>
            </a:r>
            <a:endParaRPr sz="2000"/>
          </a:p>
        </p:txBody>
      </p:sp>
      <p:sp>
        <p:nvSpPr>
          <p:cNvPr id="344" name="Google Shape;344;p25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6"/>
          <p:cNvSpPr txBox="1">
            <a:spLocks noGrp="1"/>
          </p:cNvSpPr>
          <p:nvPr>
            <p:ph type="ctrTitle" idx="4294967295"/>
          </p:nvPr>
        </p:nvSpPr>
        <p:spPr>
          <a:xfrm>
            <a:off x="855300" y="809850"/>
            <a:ext cx="4313100" cy="89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6 MO</a:t>
            </a:r>
            <a:endParaRPr sz="4800"/>
          </a:p>
        </p:txBody>
      </p:sp>
      <p:sp>
        <p:nvSpPr>
          <p:cNvPr id="350" name="Google Shape;350;p26"/>
          <p:cNvSpPr txBox="1">
            <a:spLocks noGrp="1"/>
          </p:cNvSpPr>
          <p:nvPr>
            <p:ph type="subTitle" idx="4294967295"/>
          </p:nvPr>
        </p:nvSpPr>
        <p:spPr>
          <a:xfrm>
            <a:off x="855300" y="1487508"/>
            <a:ext cx="4313100" cy="46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Full security framework stood up from zero</a:t>
            </a:r>
            <a:endParaRPr sz="2000"/>
          </a:p>
        </p:txBody>
      </p:sp>
      <p:sp>
        <p:nvSpPr>
          <p:cNvPr id="351" name="Google Shape;351;p26"/>
          <p:cNvSpPr txBox="1">
            <a:spLocks noGrp="1"/>
          </p:cNvSpPr>
          <p:nvPr>
            <p:ph type="ctrTitle" idx="4294967295"/>
          </p:nvPr>
        </p:nvSpPr>
        <p:spPr>
          <a:xfrm>
            <a:off x="855300" y="3438743"/>
            <a:ext cx="4313100" cy="89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100%</a:t>
            </a:r>
            <a:endParaRPr sz="4800"/>
          </a:p>
        </p:txBody>
      </p:sp>
      <p:sp>
        <p:nvSpPr>
          <p:cNvPr id="352" name="Google Shape;352;p26"/>
          <p:cNvSpPr txBox="1">
            <a:spLocks noGrp="1"/>
          </p:cNvSpPr>
          <p:nvPr>
            <p:ph type="subTitle" idx="4294967295"/>
          </p:nvPr>
        </p:nvSpPr>
        <p:spPr>
          <a:xfrm>
            <a:off x="855300" y="4116400"/>
            <a:ext cx="4313100" cy="46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RBAC / least-privilege coverage across hybrid environment</a:t>
            </a:r>
            <a:endParaRPr sz="2000"/>
          </a:p>
        </p:txBody>
      </p:sp>
      <p:sp>
        <p:nvSpPr>
          <p:cNvPr id="353" name="Google Shape;353;p26"/>
          <p:cNvSpPr txBox="1">
            <a:spLocks noGrp="1"/>
          </p:cNvSpPr>
          <p:nvPr>
            <p:ph type="ctrTitle" idx="4294967295"/>
          </p:nvPr>
        </p:nvSpPr>
        <p:spPr>
          <a:xfrm>
            <a:off x="855300" y="2124296"/>
            <a:ext cx="4313100" cy="89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88%</a:t>
            </a:r>
            <a:endParaRPr sz="4800"/>
          </a:p>
        </p:txBody>
      </p:sp>
      <p:sp>
        <p:nvSpPr>
          <p:cNvPr id="354" name="Google Shape;354;p26"/>
          <p:cNvSpPr txBox="1">
            <a:spLocks noGrp="1"/>
          </p:cNvSpPr>
          <p:nvPr>
            <p:ph type="subTitle" idx="4294967295"/>
          </p:nvPr>
        </p:nvSpPr>
        <p:spPr>
          <a:xfrm>
            <a:off x="855300" y="2801954"/>
            <a:ext cx="4313100" cy="46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Predictive model accuracy delivered to stakeholders</a:t>
            </a:r>
            <a:endParaRPr sz="2000"/>
          </a:p>
        </p:txBody>
      </p:sp>
      <p:sp>
        <p:nvSpPr>
          <p:cNvPr id="355" name="Google Shape;355;p26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grpSp>
        <p:nvGrpSpPr>
          <p:cNvPr id="51" name="Grupo 50">
            <a:extLst>
              <a:ext uri="{FF2B5EF4-FFF2-40B4-BE49-F238E27FC236}">
                <a16:creationId xmlns:a16="http://schemas.microsoft.com/office/drawing/2014/main" id="{4821C6E0-D628-1045-909A-C4A8E9F1A2C5}"/>
              </a:ext>
            </a:extLst>
          </p:cNvPr>
          <p:cNvGrpSpPr/>
          <p:nvPr/>
        </p:nvGrpSpPr>
        <p:grpSpPr>
          <a:xfrm>
            <a:off x="5274684" y="918580"/>
            <a:ext cx="3869316" cy="4436065"/>
            <a:chOff x="5419407" y="3281869"/>
            <a:chExt cx="743968" cy="852939"/>
          </a:xfrm>
        </p:grpSpPr>
        <p:sp>
          <p:nvSpPr>
            <p:cNvPr id="52" name="Google Shape;1068;p46">
              <a:extLst>
                <a:ext uri="{FF2B5EF4-FFF2-40B4-BE49-F238E27FC236}">
                  <a16:creationId xmlns:a16="http://schemas.microsoft.com/office/drawing/2014/main" id="{B93F5133-5C8E-934B-B826-EBAC0BE2DC05}"/>
                </a:ext>
              </a:extLst>
            </p:cNvPr>
            <p:cNvSpPr/>
            <p:nvPr/>
          </p:nvSpPr>
          <p:spPr>
            <a:xfrm>
              <a:off x="5419407" y="3621745"/>
              <a:ext cx="657536" cy="466127"/>
            </a:xfrm>
            <a:custGeom>
              <a:avLst/>
              <a:gdLst/>
              <a:ahLst/>
              <a:cxnLst/>
              <a:rect l="l" t="t" r="r" b="b"/>
              <a:pathLst>
                <a:path w="6575358" h="4661273" extrusionOk="0">
                  <a:moveTo>
                    <a:pt x="821939" y="267047"/>
                  </a:moveTo>
                  <a:cubicBezTo>
                    <a:pt x="148314" y="-318021"/>
                    <a:pt x="53758" y="239450"/>
                    <a:pt x="8896" y="247729"/>
                  </a:cubicBezTo>
                  <a:cubicBezTo>
                    <a:pt x="8896" y="247729"/>
                    <a:pt x="-11120" y="382267"/>
                    <a:pt x="8896" y="872814"/>
                  </a:cubicBezTo>
                  <a:lnTo>
                    <a:pt x="6575358" y="4661273"/>
                  </a:lnTo>
                  <a:lnTo>
                    <a:pt x="6575358" y="1995346"/>
                  </a:lnTo>
                  <a:cubicBezTo>
                    <a:pt x="5828573" y="658933"/>
                    <a:pt x="5334398" y="-274555"/>
                    <a:pt x="4848504" y="156657"/>
                  </a:cubicBezTo>
                  <a:cubicBezTo>
                    <a:pt x="4006473" y="902482"/>
                    <a:pt x="3596501" y="1403378"/>
                    <a:pt x="2595036" y="368469"/>
                  </a:cubicBezTo>
                  <a:cubicBezTo>
                    <a:pt x="2001473" y="-244888"/>
                    <a:pt x="1630841" y="969406"/>
                    <a:pt x="821939" y="267047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19607"/>
                    <a:alpha val="29800"/>
                  </a:srgbClr>
                </a:gs>
                <a:gs pos="4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13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1069;p46">
              <a:extLst>
                <a:ext uri="{FF2B5EF4-FFF2-40B4-BE49-F238E27FC236}">
                  <a16:creationId xmlns:a16="http://schemas.microsoft.com/office/drawing/2014/main" id="{3AC24FBA-4ED8-8245-A6BA-5C9E0A28A55E}"/>
                </a:ext>
              </a:extLst>
            </p:cNvPr>
            <p:cNvSpPr/>
            <p:nvPr/>
          </p:nvSpPr>
          <p:spPr>
            <a:xfrm>
              <a:off x="5505839" y="3664023"/>
              <a:ext cx="657536" cy="470785"/>
            </a:xfrm>
            <a:custGeom>
              <a:avLst/>
              <a:gdLst/>
              <a:ahLst/>
              <a:cxnLst/>
              <a:rect l="l" t="t" r="r" b="b"/>
              <a:pathLst>
                <a:path w="6575357" h="4707850" extrusionOk="0">
                  <a:moveTo>
                    <a:pt x="822629" y="313625"/>
                  </a:moveTo>
                  <a:cubicBezTo>
                    <a:pt x="149004" y="-271443"/>
                    <a:pt x="54448" y="285338"/>
                    <a:pt x="8896" y="294307"/>
                  </a:cubicBezTo>
                  <a:cubicBezTo>
                    <a:pt x="8896" y="294307"/>
                    <a:pt x="-11120" y="428845"/>
                    <a:pt x="8896" y="919392"/>
                  </a:cubicBezTo>
                  <a:lnTo>
                    <a:pt x="6575358" y="4707851"/>
                  </a:lnTo>
                  <a:lnTo>
                    <a:pt x="6575358" y="2041924"/>
                  </a:lnTo>
                  <a:cubicBezTo>
                    <a:pt x="5512466" y="499219"/>
                    <a:pt x="4811924" y="786234"/>
                    <a:pt x="4204557" y="1009085"/>
                  </a:cubicBezTo>
                  <a:cubicBezTo>
                    <a:pt x="3609614" y="1227105"/>
                    <a:pt x="3391514" y="771745"/>
                    <a:pt x="2638518" y="122512"/>
                  </a:cubicBezTo>
                  <a:cubicBezTo>
                    <a:pt x="2019418" y="-411501"/>
                    <a:pt x="1631531" y="1015984"/>
                    <a:pt x="822629" y="313625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19607"/>
                    <a:alpha val="29800"/>
                  </a:srgbClr>
                </a:gs>
                <a:gs pos="4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13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1070;p46">
              <a:extLst>
                <a:ext uri="{FF2B5EF4-FFF2-40B4-BE49-F238E27FC236}">
                  <a16:creationId xmlns:a16="http://schemas.microsoft.com/office/drawing/2014/main" id="{96A492FF-83E4-294B-930B-8514120432DA}"/>
                </a:ext>
              </a:extLst>
            </p:cNvPr>
            <p:cNvSpPr/>
            <p:nvPr/>
          </p:nvSpPr>
          <p:spPr>
            <a:xfrm>
              <a:off x="5932557" y="3619063"/>
              <a:ext cx="14356" cy="21562"/>
            </a:xfrm>
            <a:custGeom>
              <a:avLst/>
              <a:gdLst/>
              <a:ahLst/>
              <a:cxnLst/>
              <a:rect l="l" t="t" r="r" b="b"/>
              <a:pathLst>
                <a:path w="143559" h="215617" extrusionOk="0">
                  <a:moveTo>
                    <a:pt x="143559" y="149060"/>
                  </a:moveTo>
                  <a:cubicBezTo>
                    <a:pt x="143559" y="93865"/>
                    <a:pt x="111120" y="31080"/>
                    <a:pt x="71780" y="8312"/>
                  </a:cubicBezTo>
                  <a:cubicBezTo>
                    <a:pt x="31749" y="-14456"/>
                    <a:pt x="0" y="11072"/>
                    <a:pt x="0" y="66267"/>
                  </a:cubicBezTo>
                  <a:cubicBezTo>
                    <a:pt x="0" y="121463"/>
                    <a:pt x="32439" y="184247"/>
                    <a:pt x="71780" y="207015"/>
                  </a:cubicBezTo>
                  <a:cubicBezTo>
                    <a:pt x="111120" y="230473"/>
                    <a:pt x="143559" y="204255"/>
                    <a:pt x="143559" y="14906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1071;p46">
              <a:extLst>
                <a:ext uri="{FF2B5EF4-FFF2-40B4-BE49-F238E27FC236}">
                  <a16:creationId xmlns:a16="http://schemas.microsoft.com/office/drawing/2014/main" id="{85A43A36-855C-A74C-A88D-734B7B07382A}"/>
                </a:ext>
              </a:extLst>
            </p:cNvPr>
            <p:cNvSpPr/>
            <p:nvPr/>
          </p:nvSpPr>
          <p:spPr>
            <a:xfrm>
              <a:off x="5742144" y="3656207"/>
              <a:ext cx="14908" cy="20998"/>
            </a:xfrm>
            <a:custGeom>
              <a:avLst/>
              <a:gdLst/>
              <a:ahLst/>
              <a:cxnLst/>
              <a:rect l="l" t="t" r="r" b="b"/>
              <a:pathLst>
                <a:path w="149080" h="209976" extrusionOk="0">
                  <a:moveTo>
                    <a:pt x="149081" y="147765"/>
                  </a:moveTo>
                  <a:cubicBezTo>
                    <a:pt x="149081" y="94639"/>
                    <a:pt x="115952" y="32544"/>
                    <a:pt x="74541" y="9087"/>
                  </a:cubicBezTo>
                  <a:cubicBezTo>
                    <a:pt x="33129" y="-14371"/>
                    <a:pt x="0" y="9087"/>
                    <a:pt x="0" y="62212"/>
                  </a:cubicBezTo>
                  <a:cubicBezTo>
                    <a:pt x="0" y="115337"/>
                    <a:pt x="33129" y="177432"/>
                    <a:pt x="74541" y="200890"/>
                  </a:cubicBezTo>
                  <a:cubicBezTo>
                    <a:pt x="115262" y="224348"/>
                    <a:pt x="149081" y="200890"/>
                    <a:pt x="149081" y="1477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1072;p46">
              <a:extLst>
                <a:ext uri="{FF2B5EF4-FFF2-40B4-BE49-F238E27FC236}">
                  <a16:creationId xmlns:a16="http://schemas.microsoft.com/office/drawing/2014/main" id="{4B93CDFD-74C4-5D42-A2DC-8F7483C7E160}"/>
                </a:ext>
              </a:extLst>
            </p:cNvPr>
            <p:cNvSpPr/>
            <p:nvPr/>
          </p:nvSpPr>
          <p:spPr>
            <a:xfrm>
              <a:off x="5901039" y="3281869"/>
              <a:ext cx="127409" cy="323789"/>
            </a:xfrm>
            <a:custGeom>
              <a:avLst/>
              <a:gdLst/>
              <a:ahLst/>
              <a:cxnLst/>
              <a:rect l="l" t="t" r="r" b="b"/>
              <a:pathLst>
                <a:path w="1274089" h="3237886" extrusionOk="0">
                  <a:moveTo>
                    <a:pt x="0" y="0"/>
                  </a:moveTo>
                  <a:lnTo>
                    <a:pt x="1274090" y="734786"/>
                  </a:lnTo>
                  <a:lnTo>
                    <a:pt x="1274090" y="3237887"/>
                  </a:lnTo>
                  <a:lnTo>
                    <a:pt x="0" y="250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1073;p46">
              <a:extLst>
                <a:ext uri="{FF2B5EF4-FFF2-40B4-BE49-F238E27FC236}">
                  <a16:creationId xmlns:a16="http://schemas.microsoft.com/office/drawing/2014/main" id="{4B722715-C2F6-E64D-8C4E-3BA59EE8AA23}"/>
                </a:ext>
              </a:extLst>
            </p:cNvPr>
            <p:cNvSpPr/>
            <p:nvPr/>
          </p:nvSpPr>
          <p:spPr>
            <a:xfrm>
              <a:off x="5876197" y="3303335"/>
              <a:ext cx="127478" cy="323789"/>
            </a:xfrm>
            <a:custGeom>
              <a:avLst/>
              <a:gdLst/>
              <a:ahLst/>
              <a:cxnLst/>
              <a:rect l="l" t="t" r="r" b="b"/>
              <a:pathLst>
                <a:path w="1274779" h="3237886" extrusionOk="0">
                  <a:moveTo>
                    <a:pt x="1274780" y="734786"/>
                  </a:moveTo>
                  <a:lnTo>
                    <a:pt x="690" y="0"/>
                  </a:lnTo>
                  <a:lnTo>
                    <a:pt x="0" y="2503101"/>
                  </a:lnTo>
                  <a:lnTo>
                    <a:pt x="550772" y="2820473"/>
                  </a:lnTo>
                  <a:lnTo>
                    <a:pt x="637735" y="2991578"/>
                  </a:lnTo>
                  <a:lnTo>
                    <a:pt x="724009" y="2921205"/>
                  </a:lnTo>
                  <a:lnTo>
                    <a:pt x="1274780" y="32378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1074;p46">
              <a:extLst>
                <a:ext uri="{FF2B5EF4-FFF2-40B4-BE49-F238E27FC236}">
                  <a16:creationId xmlns:a16="http://schemas.microsoft.com/office/drawing/2014/main" id="{AC7CD621-AFC8-C14E-9E8C-F2328893CEF3}"/>
                </a:ext>
              </a:extLst>
            </p:cNvPr>
            <p:cNvSpPr/>
            <p:nvPr/>
          </p:nvSpPr>
          <p:spPr>
            <a:xfrm>
              <a:off x="5942742" y="3429035"/>
              <a:ext cx="44034" cy="66165"/>
            </a:xfrm>
            <a:custGeom>
              <a:avLst/>
              <a:gdLst/>
              <a:ahLst/>
              <a:cxnLst/>
              <a:rect l="l" t="t" r="r" b="b"/>
              <a:pathLst>
                <a:path w="440340" h="661652" extrusionOk="0">
                  <a:moveTo>
                    <a:pt x="440341" y="254588"/>
                  </a:moveTo>
                  <a:cubicBezTo>
                    <a:pt x="440341" y="334621"/>
                    <a:pt x="428608" y="407754"/>
                    <a:pt x="406522" y="469159"/>
                  </a:cubicBezTo>
                  <a:cubicBezTo>
                    <a:pt x="384436" y="530564"/>
                    <a:pt x="351997" y="578859"/>
                    <a:pt x="311276" y="611976"/>
                  </a:cubicBezTo>
                  <a:cubicBezTo>
                    <a:pt x="270554" y="645094"/>
                    <a:pt x="221551" y="661652"/>
                    <a:pt x="168406" y="661652"/>
                  </a:cubicBezTo>
                  <a:cubicBezTo>
                    <a:pt x="115262" y="661652"/>
                    <a:pt x="57286" y="644404"/>
                    <a:pt x="0" y="610597"/>
                  </a:cubicBezTo>
                  <a:lnTo>
                    <a:pt x="0" y="0"/>
                  </a:lnTo>
                  <a:lnTo>
                    <a:pt x="440341" y="254588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1075;p46">
              <a:extLst>
                <a:ext uri="{FF2B5EF4-FFF2-40B4-BE49-F238E27FC236}">
                  <a16:creationId xmlns:a16="http://schemas.microsoft.com/office/drawing/2014/main" id="{CA12BCA7-74AE-BF46-8EB3-819F21C956B5}"/>
                </a:ext>
              </a:extLst>
            </p:cNvPr>
            <p:cNvSpPr/>
            <p:nvPr/>
          </p:nvSpPr>
          <p:spPr>
            <a:xfrm>
              <a:off x="5898768" y="3376677"/>
              <a:ext cx="44103" cy="113633"/>
            </a:xfrm>
            <a:custGeom>
              <a:avLst/>
              <a:gdLst/>
              <a:ahLst/>
              <a:cxnLst/>
              <a:rect l="l" t="t" r="r" b="b"/>
              <a:pathLst>
                <a:path w="441030" h="1136330" extrusionOk="0">
                  <a:moveTo>
                    <a:pt x="441031" y="1136331"/>
                  </a:moveTo>
                  <a:cubicBezTo>
                    <a:pt x="363730" y="1091484"/>
                    <a:pt x="287809" y="1019731"/>
                    <a:pt x="220861" y="927279"/>
                  </a:cubicBezTo>
                  <a:cubicBezTo>
                    <a:pt x="153912" y="834827"/>
                    <a:pt x="98007" y="725817"/>
                    <a:pt x="59356" y="610597"/>
                  </a:cubicBezTo>
                  <a:cubicBezTo>
                    <a:pt x="20706" y="495377"/>
                    <a:pt x="0" y="378087"/>
                    <a:pt x="0" y="271146"/>
                  </a:cubicBezTo>
                  <a:cubicBezTo>
                    <a:pt x="0" y="164206"/>
                    <a:pt x="20706" y="70374"/>
                    <a:pt x="59356" y="0"/>
                  </a:cubicBezTo>
                  <a:lnTo>
                    <a:pt x="441031" y="525734"/>
                  </a:lnTo>
                  <a:lnTo>
                    <a:pt x="441031" y="113633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1076;p46">
              <a:extLst>
                <a:ext uri="{FF2B5EF4-FFF2-40B4-BE49-F238E27FC236}">
                  <a16:creationId xmlns:a16="http://schemas.microsoft.com/office/drawing/2014/main" id="{F97AE8BE-BC2B-4242-A443-A7F6A432F5AE}"/>
                </a:ext>
              </a:extLst>
            </p:cNvPr>
            <p:cNvSpPr/>
            <p:nvPr/>
          </p:nvSpPr>
          <p:spPr>
            <a:xfrm>
              <a:off x="5904618" y="3363123"/>
              <a:ext cx="82271" cy="91555"/>
            </a:xfrm>
            <a:custGeom>
              <a:avLst/>
              <a:gdLst/>
              <a:ahLst/>
              <a:cxnLst/>
              <a:rect l="l" t="t" r="r" b="b"/>
              <a:pathLst>
                <a:path w="822705" h="915549" extrusionOk="0">
                  <a:moveTo>
                    <a:pt x="822706" y="915550"/>
                  </a:moveTo>
                  <a:cubicBezTo>
                    <a:pt x="822706" y="781012"/>
                    <a:pt x="790957" y="631985"/>
                    <a:pt x="731601" y="491237"/>
                  </a:cubicBezTo>
                  <a:cubicBezTo>
                    <a:pt x="672244" y="350489"/>
                    <a:pt x="589422" y="226300"/>
                    <a:pt x="496246" y="137298"/>
                  </a:cubicBezTo>
                  <a:cubicBezTo>
                    <a:pt x="402380" y="48296"/>
                    <a:pt x="302993" y="0"/>
                    <a:pt x="213268" y="0"/>
                  </a:cubicBezTo>
                  <a:cubicBezTo>
                    <a:pt x="123544" y="0"/>
                    <a:pt x="49003" y="47606"/>
                    <a:pt x="0" y="135918"/>
                  </a:cubicBezTo>
                  <a:lnTo>
                    <a:pt x="381675" y="661652"/>
                  </a:lnTo>
                  <a:lnTo>
                    <a:pt x="822706" y="91555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1077;p46">
              <a:extLst>
                <a:ext uri="{FF2B5EF4-FFF2-40B4-BE49-F238E27FC236}">
                  <a16:creationId xmlns:a16="http://schemas.microsoft.com/office/drawing/2014/main" id="{94DC4B67-80DF-2344-9ED5-EF435CCA7EA6}"/>
                </a:ext>
              </a:extLst>
            </p:cNvPr>
            <p:cNvSpPr/>
            <p:nvPr/>
          </p:nvSpPr>
          <p:spPr>
            <a:xfrm>
              <a:off x="5892850" y="3492608"/>
              <a:ext cx="77646" cy="54160"/>
            </a:xfrm>
            <a:custGeom>
              <a:avLst/>
              <a:gdLst/>
              <a:ahLst/>
              <a:cxnLst/>
              <a:rect l="l" t="t" r="r" b="b"/>
              <a:pathLst>
                <a:path w="776463" h="541602" extrusionOk="0">
                  <a:moveTo>
                    <a:pt x="0" y="0"/>
                  </a:moveTo>
                  <a:lnTo>
                    <a:pt x="776463" y="447771"/>
                  </a:lnTo>
                  <a:lnTo>
                    <a:pt x="776463" y="541603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1078;p46">
              <a:extLst>
                <a:ext uri="{FF2B5EF4-FFF2-40B4-BE49-F238E27FC236}">
                  <a16:creationId xmlns:a16="http://schemas.microsoft.com/office/drawing/2014/main" id="{DC36F33E-C286-5749-8C38-78BBF737B3A1}"/>
                </a:ext>
              </a:extLst>
            </p:cNvPr>
            <p:cNvSpPr/>
            <p:nvPr/>
          </p:nvSpPr>
          <p:spPr>
            <a:xfrm>
              <a:off x="5892850" y="3510909"/>
              <a:ext cx="94142" cy="63681"/>
            </a:xfrm>
            <a:custGeom>
              <a:avLst/>
              <a:gdLst/>
              <a:ahLst/>
              <a:cxnLst/>
              <a:rect l="l" t="t" r="r" b="b"/>
              <a:pathLst>
                <a:path w="941418" h="636814" extrusionOk="0">
                  <a:moveTo>
                    <a:pt x="0" y="0"/>
                  </a:moveTo>
                  <a:lnTo>
                    <a:pt x="941419" y="542982"/>
                  </a:lnTo>
                  <a:lnTo>
                    <a:pt x="941419" y="636814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1079;p46">
              <a:extLst>
                <a:ext uri="{FF2B5EF4-FFF2-40B4-BE49-F238E27FC236}">
                  <a16:creationId xmlns:a16="http://schemas.microsoft.com/office/drawing/2014/main" id="{68421109-41A2-4149-B559-F20C73D93297}"/>
                </a:ext>
              </a:extLst>
            </p:cNvPr>
            <p:cNvSpPr/>
            <p:nvPr/>
          </p:nvSpPr>
          <p:spPr>
            <a:xfrm>
              <a:off x="5892850" y="3529211"/>
              <a:ext cx="61013" cy="44570"/>
            </a:xfrm>
            <a:custGeom>
              <a:avLst/>
              <a:gdLst/>
              <a:ahLst/>
              <a:cxnLst/>
              <a:rect l="l" t="t" r="r" b="b"/>
              <a:pathLst>
                <a:path w="610127" h="445701" extrusionOk="0">
                  <a:moveTo>
                    <a:pt x="0" y="0"/>
                  </a:moveTo>
                  <a:lnTo>
                    <a:pt x="610128" y="351869"/>
                  </a:lnTo>
                  <a:lnTo>
                    <a:pt x="610128" y="445701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1080;p46">
              <a:extLst>
                <a:ext uri="{FF2B5EF4-FFF2-40B4-BE49-F238E27FC236}">
                  <a16:creationId xmlns:a16="http://schemas.microsoft.com/office/drawing/2014/main" id="{9ED438A9-FB81-5745-8151-D7A1568703C2}"/>
                </a:ext>
              </a:extLst>
            </p:cNvPr>
            <p:cNvSpPr/>
            <p:nvPr/>
          </p:nvSpPr>
          <p:spPr>
            <a:xfrm>
              <a:off x="5710489" y="3319159"/>
              <a:ext cx="127409" cy="323789"/>
            </a:xfrm>
            <a:custGeom>
              <a:avLst/>
              <a:gdLst/>
              <a:ahLst/>
              <a:cxnLst/>
              <a:rect l="l" t="t" r="r" b="b"/>
              <a:pathLst>
                <a:path w="1274089" h="3237886" extrusionOk="0">
                  <a:moveTo>
                    <a:pt x="0" y="0"/>
                  </a:moveTo>
                  <a:lnTo>
                    <a:pt x="1274090" y="734786"/>
                  </a:lnTo>
                  <a:lnTo>
                    <a:pt x="1274090" y="3237887"/>
                  </a:lnTo>
                  <a:lnTo>
                    <a:pt x="0" y="250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1081;p46">
              <a:extLst>
                <a:ext uri="{FF2B5EF4-FFF2-40B4-BE49-F238E27FC236}">
                  <a16:creationId xmlns:a16="http://schemas.microsoft.com/office/drawing/2014/main" id="{35D39084-2A5E-F94F-8FBB-ECA9C2B7839B}"/>
                </a:ext>
              </a:extLst>
            </p:cNvPr>
            <p:cNvSpPr/>
            <p:nvPr/>
          </p:nvSpPr>
          <p:spPr>
            <a:xfrm>
              <a:off x="5685991" y="3340763"/>
              <a:ext cx="127478" cy="323789"/>
            </a:xfrm>
            <a:custGeom>
              <a:avLst/>
              <a:gdLst/>
              <a:ahLst/>
              <a:cxnLst/>
              <a:rect l="l" t="t" r="r" b="b"/>
              <a:pathLst>
                <a:path w="1274779" h="3237886" extrusionOk="0">
                  <a:moveTo>
                    <a:pt x="1274780" y="734786"/>
                  </a:moveTo>
                  <a:lnTo>
                    <a:pt x="690" y="0"/>
                  </a:lnTo>
                  <a:lnTo>
                    <a:pt x="0" y="2503791"/>
                  </a:lnTo>
                  <a:lnTo>
                    <a:pt x="551461" y="2821163"/>
                  </a:lnTo>
                  <a:lnTo>
                    <a:pt x="637735" y="2991578"/>
                  </a:lnTo>
                  <a:lnTo>
                    <a:pt x="724009" y="2921204"/>
                  </a:lnTo>
                  <a:lnTo>
                    <a:pt x="1274780" y="32378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1082;p46">
              <a:extLst>
                <a:ext uri="{FF2B5EF4-FFF2-40B4-BE49-F238E27FC236}">
                  <a16:creationId xmlns:a16="http://schemas.microsoft.com/office/drawing/2014/main" id="{1F33BEBB-932A-DF44-BD8B-79005F1955D5}"/>
                </a:ext>
              </a:extLst>
            </p:cNvPr>
            <p:cNvSpPr/>
            <p:nvPr/>
          </p:nvSpPr>
          <p:spPr>
            <a:xfrm>
              <a:off x="5752466" y="3466532"/>
              <a:ext cx="44103" cy="65613"/>
            </a:xfrm>
            <a:custGeom>
              <a:avLst/>
              <a:gdLst/>
              <a:ahLst/>
              <a:cxnLst/>
              <a:rect l="l" t="t" r="r" b="b"/>
              <a:pathLst>
                <a:path w="441031" h="656132" extrusionOk="0">
                  <a:moveTo>
                    <a:pt x="441031" y="254588"/>
                  </a:moveTo>
                  <a:cubicBezTo>
                    <a:pt x="441031" y="361528"/>
                    <a:pt x="420326" y="455360"/>
                    <a:pt x="381675" y="525734"/>
                  </a:cubicBezTo>
                  <a:cubicBezTo>
                    <a:pt x="343024" y="596108"/>
                    <a:pt x="287119" y="640954"/>
                    <a:pt x="220171" y="656132"/>
                  </a:cubicBezTo>
                  <a:lnTo>
                    <a:pt x="0" y="0"/>
                  </a:lnTo>
                  <a:lnTo>
                    <a:pt x="441031" y="254588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1083;p46">
              <a:extLst>
                <a:ext uri="{FF2B5EF4-FFF2-40B4-BE49-F238E27FC236}">
                  <a16:creationId xmlns:a16="http://schemas.microsoft.com/office/drawing/2014/main" id="{88F836FA-32D6-D54B-9585-669FAB5414FE}"/>
                </a:ext>
              </a:extLst>
            </p:cNvPr>
            <p:cNvSpPr/>
            <p:nvPr/>
          </p:nvSpPr>
          <p:spPr>
            <a:xfrm>
              <a:off x="5721431" y="3466601"/>
              <a:ext cx="53214" cy="66087"/>
            </a:xfrm>
            <a:custGeom>
              <a:avLst/>
              <a:gdLst/>
              <a:ahLst/>
              <a:cxnLst/>
              <a:rect l="l" t="t" r="r" b="b"/>
              <a:pathLst>
                <a:path w="532135" h="660871" extrusionOk="0">
                  <a:moveTo>
                    <a:pt x="532136" y="655443"/>
                  </a:moveTo>
                  <a:cubicBezTo>
                    <a:pt x="447933" y="674071"/>
                    <a:pt x="350616" y="644404"/>
                    <a:pt x="253990" y="571960"/>
                  </a:cubicBezTo>
                  <a:cubicBezTo>
                    <a:pt x="158053" y="498827"/>
                    <a:pt x="68329" y="386366"/>
                    <a:pt x="0" y="251828"/>
                  </a:cubicBezTo>
                  <a:lnTo>
                    <a:pt x="311966" y="0"/>
                  </a:lnTo>
                  <a:lnTo>
                    <a:pt x="532136" y="655443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1084;p46">
              <a:extLst>
                <a:ext uri="{FF2B5EF4-FFF2-40B4-BE49-F238E27FC236}">
                  <a16:creationId xmlns:a16="http://schemas.microsoft.com/office/drawing/2014/main" id="{F68D0A92-7731-1041-945E-31C5900B1570}"/>
                </a:ext>
              </a:extLst>
            </p:cNvPr>
            <p:cNvSpPr/>
            <p:nvPr/>
          </p:nvSpPr>
          <p:spPr>
            <a:xfrm>
              <a:off x="5708631" y="3400552"/>
              <a:ext cx="88068" cy="91624"/>
            </a:xfrm>
            <a:custGeom>
              <a:avLst/>
              <a:gdLst/>
              <a:ahLst/>
              <a:cxnLst/>
              <a:rect l="l" t="t" r="r" b="b"/>
              <a:pathLst>
                <a:path w="880681" h="916239" extrusionOk="0">
                  <a:moveTo>
                    <a:pt x="880682" y="916240"/>
                  </a:moveTo>
                  <a:cubicBezTo>
                    <a:pt x="880682" y="815509"/>
                    <a:pt x="862737" y="706498"/>
                    <a:pt x="828918" y="598178"/>
                  </a:cubicBezTo>
                  <a:cubicBezTo>
                    <a:pt x="794408" y="489857"/>
                    <a:pt x="745405" y="385676"/>
                    <a:pt x="685358" y="295294"/>
                  </a:cubicBezTo>
                  <a:cubicBezTo>
                    <a:pt x="625312" y="204912"/>
                    <a:pt x="555603" y="130399"/>
                    <a:pt x="483823" y="78653"/>
                  </a:cubicBezTo>
                  <a:cubicBezTo>
                    <a:pt x="411353" y="26908"/>
                    <a:pt x="338883" y="0"/>
                    <a:pt x="271935" y="0"/>
                  </a:cubicBezTo>
                  <a:cubicBezTo>
                    <a:pt x="204986" y="0"/>
                    <a:pt x="145630" y="26218"/>
                    <a:pt x="100078" y="77273"/>
                  </a:cubicBezTo>
                  <a:cubicBezTo>
                    <a:pt x="53835" y="128329"/>
                    <a:pt x="22776" y="202152"/>
                    <a:pt x="8282" y="292534"/>
                  </a:cubicBezTo>
                  <a:cubicBezTo>
                    <a:pt x="-5522" y="382917"/>
                    <a:pt x="-2071" y="486407"/>
                    <a:pt x="18635" y="594728"/>
                  </a:cubicBezTo>
                  <a:cubicBezTo>
                    <a:pt x="39341" y="703049"/>
                    <a:pt x="77301" y="812059"/>
                    <a:pt x="129065" y="912790"/>
                  </a:cubicBezTo>
                  <a:lnTo>
                    <a:pt x="441031" y="660962"/>
                  </a:lnTo>
                  <a:lnTo>
                    <a:pt x="880682" y="91624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1085;p46">
              <a:extLst>
                <a:ext uri="{FF2B5EF4-FFF2-40B4-BE49-F238E27FC236}">
                  <a16:creationId xmlns:a16="http://schemas.microsoft.com/office/drawing/2014/main" id="{E6AB2160-6642-3941-9083-82414D72E258}"/>
                </a:ext>
              </a:extLst>
            </p:cNvPr>
            <p:cNvSpPr/>
            <p:nvPr/>
          </p:nvSpPr>
          <p:spPr>
            <a:xfrm>
              <a:off x="5702644" y="3530105"/>
              <a:ext cx="88137" cy="60232"/>
            </a:xfrm>
            <a:custGeom>
              <a:avLst/>
              <a:gdLst/>
              <a:ahLst/>
              <a:cxnLst/>
              <a:rect l="l" t="t" r="r" b="b"/>
              <a:pathLst>
                <a:path w="881371" h="602317" extrusionOk="0">
                  <a:moveTo>
                    <a:pt x="0" y="0"/>
                  </a:moveTo>
                  <a:lnTo>
                    <a:pt x="881372" y="508485"/>
                  </a:lnTo>
                  <a:lnTo>
                    <a:pt x="881372" y="602317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1086;p46">
              <a:extLst>
                <a:ext uri="{FF2B5EF4-FFF2-40B4-BE49-F238E27FC236}">
                  <a16:creationId xmlns:a16="http://schemas.microsoft.com/office/drawing/2014/main" id="{BE5EDE7C-673A-E740-BC0B-931F6D6DAF97}"/>
                </a:ext>
              </a:extLst>
            </p:cNvPr>
            <p:cNvSpPr/>
            <p:nvPr/>
          </p:nvSpPr>
          <p:spPr>
            <a:xfrm>
              <a:off x="5702644" y="3548338"/>
              <a:ext cx="91519" cy="62232"/>
            </a:xfrm>
            <a:custGeom>
              <a:avLst/>
              <a:gdLst/>
              <a:ahLst/>
              <a:cxnLst/>
              <a:rect l="l" t="t" r="r" b="b"/>
              <a:pathLst>
                <a:path w="915191" h="622325" extrusionOk="0">
                  <a:moveTo>
                    <a:pt x="0" y="0"/>
                  </a:moveTo>
                  <a:lnTo>
                    <a:pt x="915191" y="528494"/>
                  </a:lnTo>
                  <a:lnTo>
                    <a:pt x="915191" y="622325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1087;p46">
              <a:extLst>
                <a:ext uri="{FF2B5EF4-FFF2-40B4-BE49-F238E27FC236}">
                  <a16:creationId xmlns:a16="http://schemas.microsoft.com/office/drawing/2014/main" id="{E7066E60-596E-DB41-AAE5-08716DD92653}"/>
                </a:ext>
              </a:extLst>
            </p:cNvPr>
            <p:cNvSpPr/>
            <p:nvPr/>
          </p:nvSpPr>
          <p:spPr>
            <a:xfrm>
              <a:off x="5702644" y="3566639"/>
              <a:ext cx="61013" cy="44570"/>
            </a:xfrm>
            <a:custGeom>
              <a:avLst/>
              <a:gdLst/>
              <a:ahLst/>
              <a:cxnLst/>
              <a:rect l="l" t="t" r="r" b="b"/>
              <a:pathLst>
                <a:path w="610127" h="445700" extrusionOk="0">
                  <a:moveTo>
                    <a:pt x="0" y="0"/>
                  </a:moveTo>
                  <a:lnTo>
                    <a:pt x="610127" y="351869"/>
                  </a:lnTo>
                  <a:lnTo>
                    <a:pt x="610127" y="445701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7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PROJECTS</a:t>
            </a:r>
            <a:endParaRPr/>
          </a:p>
        </p:txBody>
      </p:sp>
      <p:sp>
        <p:nvSpPr>
          <p:cNvPr id="382" name="Google Shape;382;p27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5632317" y="1723175"/>
            <a:ext cx="3305700" cy="669000"/>
          </a:xfrm>
          <a:prstGeom prst="chevron">
            <a:avLst>
              <a:gd name="adj" fmla="val 50000"/>
            </a:avLst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rPr>
              <a:t>03</a:t>
            </a:r>
            <a:endParaRPr>
              <a:solidFill>
                <a:schemeClr val="accent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6167068" y="2590525"/>
            <a:ext cx="2236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Secure Multi-Cloud Deployment — AWS + Azure infrastructure with IAM, RBAC, encryption, and least-privilege controls.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5" name="Google Shape;385;p27"/>
          <p:cNvSpPr/>
          <p:nvPr/>
        </p:nvSpPr>
        <p:spPr>
          <a:xfrm>
            <a:off x="0" y="1723389"/>
            <a:ext cx="3546900" cy="669000"/>
          </a:xfrm>
          <a:prstGeom prst="homePlate">
            <a:avLst>
              <a:gd name="adj" fmla="val 50000"/>
            </a:avLst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rPr>
              <a:t>01</a:t>
            </a:r>
            <a:endParaRPr>
              <a:solidFill>
                <a:schemeClr val="accent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6" name="Google Shape;386;p27"/>
          <p:cNvSpPr txBox="1"/>
          <p:nvPr/>
        </p:nvSpPr>
        <p:spPr>
          <a:xfrm>
            <a:off x="655350" y="2590525"/>
            <a:ext cx="2236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Enterprise Security Framework — Architected endpoint, IDS/IPS, MDM, and access governance for startup in 6 months.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7" name="Google Shape;387;p27"/>
          <p:cNvSpPr/>
          <p:nvPr/>
        </p:nvSpPr>
        <p:spPr>
          <a:xfrm>
            <a:off x="2944204" y="1723175"/>
            <a:ext cx="3305700" cy="669000"/>
          </a:xfrm>
          <a:prstGeom prst="chevron">
            <a:avLst>
              <a:gd name="adj" fmla="val 50000"/>
            </a:avLst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rPr>
              <a:t>02</a:t>
            </a:r>
            <a:endParaRPr>
              <a:solidFill>
                <a:schemeClr val="accent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8" name="Google Shape;388;p27"/>
          <p:cNvSpPr txBox="1"/>
          <p:nvPr/>
        </p:nvSpPr>
        <p:spPr>
          <a:xfrm>
            <a:off x="3478947" y="2590525"/>
            <a:ext cx="2236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CRM Secure Deployment — Complete CRM build with coding, development, maintenance, secure auth, encryption, RBAC.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28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74334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PROJECTS &amp; ACHIEVEMENTS</a:t>
            </a:r>
            <a:endParaRPr/>
          </a:p>
        </p:txBody>
      </p:sp>
      <p:sp>
        <p:nvSpPr>
          <p:cNvPr id="394" name="Google Shape;394;p28"/>
          <p:cNvSpPr txBox="1">
            <a:spLocks noGrp="1"/>
          </p:cNvSpPr>
          <p:nvPr>
            <p:ph type="body" idx="1"/>
          </p:nvPr>
        </p:nvSpPr>
        <p:spPr>
          <a:xfrm>
            <a:off x="855300" y="13539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04 Executive Dashboards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Power BI dashboards for incidents, compliance, and sales metrics.</a:t>
            </a:r>
            <a:endParaRPr sz="1200"/>
          </a:p>
        </p:txBody>
      </p:sp>
      <p:sp>
        <p:nvSpPr>
          <p:cNvPr id="395" name="Google Shape;395;p28"/>
          <p:cNvSpPr txBox="1">
            <a:spLocks noGrp="1"/>
          </p:cNvSpPr>
          <p:nvPr>
            <p:ph type="body" idx="2"/>
          </p:nvPr>
        </p:nvSpPr>
        <p:spPr>
          <a:xfrm>
            <a:off x="3414199" y="13539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05 Incident Response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IR playbooks, remediation workflows, and KnowBe4 training.</a:t>
            </a:r>
            <a:endParaRPr sz="1200"/>
          </a:p>
        </p:txBody>
      </p:sp>
      <p:sp>
        <p:nvSpPr>
          <p:cNvPr id="396" name="Google Shape;396;p28"/>
          <p:cNvSpPr txBox="1">
            <a:spLocks noGrp="1"/>
          </p:cNvSpPr>
          <p:nvPr>
            <p:ph type="body" idx="3"/>
          </p:nvPr>
        </p:nvSpPr>
        <p:spPr>
          <a:xfrm>
            <a:off x="5973097" y="13539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06 IT Ticketing System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/>
              <a:t>Built ticketing system for org-wide issue reporting and triage.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sz="1200"/>
          </a:p>
        </p:txBody>
      </p:sp>
      <p:sp>
        <p:nvSpPr>
          <p:cNvPr id="397" name="Google Shape;397;p28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sp>
        <p:nvSpPr>
          <p:cNvPr id="398" name="Google Shape;398;p28"/>
          <p:cNvSpPr txBox="1">
            <a:spLocks noGrp="1"/>
          </p:cNvSpPr>
          <p:nvPr>
            <p:ph type="body" idx="1"/>
          </p:nvPr>
        </p:nvSpPr>
        <p:spPr>
          <a:xfrm>
            <a:off x="855300" y="29541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07 AI Agents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Power Automate AI Agents for HR, IT, and Sales departments.</a:t>
            </a:r>
            <a:endParaRPr sz="1200"/>
          </a:p>
        </p:txBody>
      </p:sp>
      <p:sp>
        <p:nvSpPr>
          <p:cNvPr id="399" name="Google Shape;399;p28"/>
          <p:cNvSpPr txBox="1">
            <a:spLocks noGrp="1"/>
          </p:cNvSpPr>
          <p:nvPr>
            <p:ph type="body" idx="2"/>
          </p:nvPr>
        </p:nvSpPr>
        <p:spPr>
          <a:xfrm>
            <a:off x="3414199" y="29541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Technical Proficiency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Cloud Security 92%, IAM/RBAC 95%, Power BI 93%, Excel 95%.</a:t>
            </a:r>
            <a:endParaRPr sz="1200"/>
          </a:p>
        </p:txBody>
      </p:sp>
      <p:sp>
        <p:nvSpPr>
          <p:cNvPr id="400" name="Google Shape;400;p28"/>
          <p:cNvSpPr txBox="1">
            <a:spLocks noGrp="1"/>
          </p:cNvSpPr>
          <p:nvPr>
            <p:ph type="body" idx="3"/>
          </p:nvPr>
        </p:nvSpPr>
        <p:spPr>
          <a:xfrm>
            <a:off x="5973097" y="29541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Goals Surpassed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/>
              <a:t>Zero critical incidents. 3 public clouds secured and administered.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sz="12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9"/>
          <p:cNvSpPr txBox="1">
            <a:spLocks noGrp="1"/>
          </p:cNvSpPr>
          <p:nvPr>
            <p:ph type="body" idx="1"/>
          </p:nvPr>
        </p:nvSpPr>
        <p:spPr>
          <a:xfrm>
            <a:off x="855300" y="4406300"/>
            <a:ext cx="7433400" cy="3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Self-assessed proficiency across the production stack</a:t>
            </a:r>
            <a:endParaRPr/>
          </a:p>
        </p:txBody>
      </p:sp>
      <p:sp>
        <p:nvSpPr>
          <p:cNvPr id="406" name="Google Shape;406;p29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  <p:cxnSp>
        <p:nvCxnSpPr>
          <p:cNvPr id="407" name="Google Shape;407;p29"/>
          <p:cNvCxnSpPr/>
          <p:nvPr/>
        </p:nvCxnSpPr>
        <p:spPr>
          <a:xfrm>
            <a:off x="952500" y="1074701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8" name="Google Shape;408;p29"/>
          <p:cNvCxnSpPr/>
          <p:nvPr/>
        </p:nvCxnSpPr>
        <p:spPr>
          <a:xfrm>
            <a:off x="952500" y="1784183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9" name="Google Shape;409;p29"/>
          <p:cNvCxnSpPr/>
          <p:nvPr/>
        </p:nvCxnSpPr>
        <p:spPr>
          <a:xfrm>
            <a:off x="952500" y="2493664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0" name="Google Shape;410;p29"/>
          <p:cNvCxnSpPr/>
          <p:nvPr/>
        </p:nvCxnSpPr>
        <p:spPr>
          <a:xfrm>
            <a:off x="952500" y="3203146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1" name="Google Shape;411;p29"/>
          <p:cNvCxnSpPr/>
          <p:nvPr/>
        </p:nvCxnSpPr>
        <p:spPr>
          <a:xfrm>
            <a:off x="952500" y="3934526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29"/>
          <p:cNvSpPr txBox="1"/>
          <p:nvPr/>
        </p:nvSpPr>
        <p:spPr>
          <a:xfrm>
            <a:off x="952500" y="915950"/>
            <a:ext cx="309300" cy="303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4000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3000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2000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1000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440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13" name="Google Shape;413;p29"/>
          <p:cNvSpPr/>
          <p:nvPr/>
        </p:nvSpPr>
        <p:spPr>
          <a:xfrm>
            <a:off x="1572782" y="2380937"/>
            <a:ext cx="233700" cy="155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29"/>
          <p:cNvSpPr/>
          <p:nvPr/>
        </p:nvSpPr>
        <p:spPr>
          <a:xfrm>
            <a:off x="1887026" y="1986874"/>
            <a:ext cx="233700" cy="1947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9"/>
          <p:cNvSpPr/>
          <p:nvPr/>
        </p:nvSpPr>
        <p:spPr>
          <a:xfrm>
            <a:off x="2201270" y="2493664"/>
            <a:ext cx="233700" cy="1441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29"/>
          <p:cNvSpPr/>
          <p:nvPr/>
        </p:nvSpPr>
        <p:spPr>
          <a:xfrm>
            <a:off x="3325786" y="2694727"/>
            <a:ext cx="233700" cy="1239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29"/>
          <p:cNvSpPr/>
          <p:nvPr/>
        </p:nvSpPr>
        <p:spPr>
          <a:xfrm>
            <a:off x="3640031" y="2096344"/>
            <a:ext cx="233700" cy="1838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9"/>
          <p:cNvSpPr/>
          <p:nvPr/>
        </p:nvSpPr>
        <p:spPr>
          <a:xfrm>
            <a:off x="3954275" y="1229025"/>
            <a:ext cx="233700" cy="270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9"/>
          <p:cNvSpPr/>
          <p:nvPr/>
        </p:nvSpPr>
        <p:spPr>
          <a:xfrm>
            <a:off x="5078791" y="2140120"/>
            <a:ext cx="233700" cy="1794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29"/>
          <p:cNvSpPr/>
          <p:nvPr/>
        </p:nvSpPr>
        <p:spPr>
          <a:xfrm>
            <a:off x="5393035" y="1074577"/>
            <a:ext cx="233700" cy="2860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29"/>
          <p:cNvSpPr/>
          <p:nvPr/>
        </p:nvSpPr>
        <p:spPr>
          <a:xfrm>
            <a:off x="5707280" y="2322562"/>
            <a:ext cx="233700" cy="1611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29"/>
          <p:cNvSpPr/>
          <p:nvPr/>
        </p:nvSpPr>
        <p:spPr>
          <a:xfrm>
            <a:off x="6831796" y="2753101"/>
            <a:ext cx="233700" cy="118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29"/>
          <p:cNvSpPr/>
          <p:nvPr/>
        </p:nvSpPr>
        <p:spPr>
          <a:xfrm>
            <a:off x="7146040" y="1293620"/>
            <a:ext cx="233700" cy="2641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29"/>
          <p:cNvSpPr/>
          <p:nvPr/>
        </p:nvSpPr>
        <p:spPr>
          <a:xfrm>
            <a:off x="7460284" y="1607410"/>
            <a:ext cx="233700" cy="2327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0"/>
          <p:cNvSpPr txBox="1">
            <a:spLocks noGrp="1"/>
          </p:cNvSpPr>
          <p:nvPr>
            <p:ph type="body" idx="4294967295"/>
          </p:nvPr>
        </p:nvSpPr>
        <p:spPr>
          <a:xfrm>
            <a:off x="855300" y="373650"/>
            <a:ext cx="16017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rPr>
              <a:t>DATA CLEANING IN SQL</a:t>
            </a:r>
            <a:endParaRPr sz="2600"/>
          </a:p>
        </p:txBody>
      </p:sp>
      <p:sp>
        <p:nvSpPr>
          <p:cNvPr id="430" name="Google Shape;430;p30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  <p:grpSp>
        <p:nvGrpSpPr>
          <p:cNvPr id="431" name="Google Shape;431;p30"/>
          <p:cNvGrpSpPr/>
          <p:nvPr/>
        </p:nvGrpSpPr>
        <p:grpSpPr>
          <a:xfrm>
            <a:off x="5962800" y="373572"/>
            <a:ext cx="2119546" cy="4396359"/>
            <a:chOff x="2547150" y="238125"/>
            <a:chExt cx="2525675" cy="5238750"/>
          </a:xfrm>
        </p:grpSpPr>
        <p:sp>
          <p:nvSpPr>
            <p:cNvPr id="432" name="Google Shape;432;p30"/>
            <p:cNvSpPr/>
            <p:nvPr/>
          </p:nvSpPr>
          <p:spPr>
            <a:xfrm>
              <a:off x="2547150" y="238125"/>
              <a:ext cx="2525675" cy="5238750"/>
            </a:xfrm>
            <a:custGeom>
              <a:avLst/>
              <a:gdLst/>
              <a:ahLst/>
              <a:cxnLst/>
              <a:rect l="l" t="t" r="r" b="b"/>
              <a:pathLst>
                <a:path w="101027" h="209550" extrusionOk="0">
                  <a:moveTo>
                    <a:pt x="98629" y="18886"/>
                  </a:moveTo>
                  <a:lnTo>
                    <a:pt x="98629" y="190364"/>
                  </a:lnTo>
                  <a:lnTo>
                    <a:pt x="2398" y="190364"/>
                  </a:lnTo>
                  <a:lnTo>
                    <a:pt x="2398" y="18886"/>
                  </a:lnTo>
                  <a:close/>
                  <a:moveTo>
                    <a:pt x="10343" y="0"/>
                  </a:moveTo>
                  <a:lnTo>
                    <a:pt x="9293" y="75"/>
                  </a:lnTo>
                  <a:lnTo>
                    <a:pt x="8244" y="225"/>
                  </a:lnTo>
                  <a:lnTo>
                    <a:pt x="7270" y="450"/>
                  </a:lnTo>
                  <a:lnTo>
                    <a:pt x="6295" y="824"/>
                  </a:lnTo>
                  <a:lnTo>
                    <a:pt x="5396" y="1274"/>
                  </a:lnTo>
                  <a:lnTo>
                    <a:pt x="4572" y="1799"/>
                  </a:lnTo>
                  <a:lnTo>
                    <a:pt x="3747" y="2398"/>
                  </a:lnTo>
                  <a:lnTo>
                    <a:pt x="2998" y="3073"/>
                  </a:lnTo>
                  <a:lnTo>
                    <a:pt x="2323" y="3747"/>
                  </a:lnTo>
                  <a:lnTo>
                    <a:pt x="1724" y="4572"/>
                  </a:lnTo>
                  <a:lnTo>
                    <a:pt x="1199" y="5396"/>
                  </a:lnTo>
                  <a:lnTo>
                    <a:pt x="824" y="6370"/>
                  </a:lnTo>
                  <a:lnTo>
                    <a:pt x="450" y="7270"/>
                  </a:lnTo>
                  <a:lnTo>
                    <a:pt x="225" y="8319"/>
                  </a:lnTo>
                  <a:lnTo>
                    <a:pt x="0" y="9293"/>
                  </a:lnTo>
                  <a:lnTo>
                    <a:pt x="0" y="10343"/>
                  </a:lnTo>
                  <a:lnTo>
                    <a:pt x="0" y="199207"/>
                  </a:lnTo>
                  <a:lnTo>
                    <a:pt x="0" y="200257"/>
                  </a:lnTo>
                  <a:lnTo>
                    <a:pt x="225" y="201231"/>
                  </a:lnTo>
                  <a:lnTo>
                    <a:pt x="450" y="202280"/>
                  </a:lnTo>
                  <a:lnTo>
                    <a:pt x="824" y="203180"/>
                  </a:lnTo>
                  <a:lnTo>
                    <a:pt x="1199" y="204154"/>
                  </a:lnTo>
                  <a:lnTo>
                    <a:pt x="1724" y="204978"/>
                  </a:lnTo>
                  <a:lnTo>
                    <a:pt x="2323" y="205803"/>
                  </a:lnTo>
                  <a:lnTo>
                    <a:pt x="2998" y="206477"/>
                  </a:lnTo>
                  <a:lnTo>
                    <a:pt x="3747" y="207152"/>
                  </a:lnTo>
                  <a:lnTo>
                    <a:pt x="4572" y="207751"/>
                  </a:lnTo>
                  <a:lnTo>
                    <a:pt x="5396" y="208276"/>
                  </a:lnTo>
                  <a:lnTo>
                    <a:pt x="6295" y="208726"/>
                  </a:lnTo>
                  <a:lnTo>
                    <a:pt x="7270" y="209100"/>
                  </a:lnTo>
                  <a:lnTo>
                    <a:pt x="8244" y="209325"/>
                  </a:lnTo>
                  <a:lnTo>
                    <a:pt x="9293" y="209475"/>
                  </a:lnTo>
                  <a:lnTo>
                    <a:pt x="10343" y="209550"/>
                  </a:lnTo>
                  <a:lnTo>
                    <a:pt x="90610" y="209550"/>
                  </a:lnTo>
                  <a:lnTo>
                    <a:pt x="91659" y="209475"/>
                  </a:lnTo>
                  <a:lnTo>
                    <a:pt x="92708" y="209325"/>
                  </a:lnTo>
                  <a:lnTo>
                    <a:pt x="93682" y="209100"/>
                  </a:lnTo>
                  <a:lnTo>
                    <a:pt x="94657" y="208726"/>
                  </a:lnTo>
                  <a:lnTo>
                    <a:pt x="95556" y="208276"/>
                  </a:lnTo>
                  <a:lnTo>
                    <a:pt x="96455" y="207751"/>
                  </a:lnTo>
                  <a:lnTo>
                    <a:pt x="97205" y="207152"/>
                  </a:lnTo>
                  <a:lnTo>
                    <a:pt x="97954" y="206477"/>
                  </a:lnTo>
                  <a:lnTo>
                    <a:pt x="98629" y="205803"/>
                  </a:lnTo>
                  <a:lnTo>
                    <a:pt x="99228" y="204978"/>
                  </a:lnTo>
                  <a:lnTo>
                    <a:pt x="99753" y="204154"/>
                  </a:lnTo>
                  <a:lnTo>
                    <a:pt x="100203" y="203180"/>
                  </a:lnTo>
                  <a:lnTo>
                    <a:pt x="100577" y="202280"/>
                  </a:lnTo>
                  <a:lnTo>
                    <a:pt x="100802" y="201231"/>
                  </a:lnTo>
                  <a:lnTo>
                    <a:pt x="100952" y="200257"/>
                  </a:lnTo>
                  <a:lnTo>
                    <a:pt x="101027" y="199207"/>
                  </a:lnTo>
                  <a:lnTo>
                    <a:pt x="101027" y="10343"/>
                  </a:lnTo>
                  <a:lnTo>
                    <a:pt x="100952" y="9293"/>
                  </a:lnTo>
                  <a:lnTo>
                    <a:pt x="100802" y="8319"/>
                  </a:lnTo>
                  <a:lnTo>
                    <a:pt x="100577" y="7270"/>
                  </a:lnTo>
                  <a:lnTo>
                    <a:pt x="100203" y="6370"/>
                  </a:lnTo>
                  <a:lnTo>
                    <a:pt x="99753" y="5396"/>
                  </a:lnTo>
                  <a:lnTo>
                    <a:pt x="99228" y="4572"/>
                  </a:lnTo>
                  <a:lnTo>
                    <a:pt x="98629" y="3747"/>
                  </a:lnTo>
                  <a:lnTo>
                    <a:pt x="97954" y="3073"/>
                  </a:lnTo>
                  <a:lnTo>
                    <a:pt x="97205" y="2398"/>
                  </a:lnTo>
                  <a:lnTo>
                    <a:pt x="96455" y="1799"/>
                  </a:lnTo>
                  <a:lnTo>
                    <a:pt x="95556" y="1274"/>
                  </a:lnTo>
                  <a:lnTo>
                    <a:pt x="94657" y="824"/>
                  </a:lnTo>
                  <a:lnTo>
                    <a:pt x="93682" y="450"/>
                  </a:lnTo>
                  <a:lnTo>
                    <a:pt x="92708" y="225"/>
                  </a:lnTo>
                  <a:lnTo>
                    <a:pt x="91659" y="75"/>
                  </a:lnTo>
                  <a:lnTo>
                    <a:pt x="9061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/>
            <p:cNvSpPr/>
            <p:nvPr/>
          </p:nvSpPr>
          <p:spPr>
            <a:xfrm>
              <a:off x="3557025" y="5147100"/>
              <a:ext cx="504050" cy="179900"/>
            </a:xfrm>
            <a:custGeom>
              <a:avLst/>
              <a:gdLst/>
              <a:ahLst/>
              <a:cxnLst/>
              <a:rect l="l" t="t" r="r" b="b"/>
              <a:pathLst>
                <a:path w="20162" h="7196" extrusionOk="0">
                  <a:moveTo>
                    <a:pt x="3598" y="0"/>
                  </a:moveTo>
                  <a:lnTo>
                    <a:pt x="2849" y="75"/>
                  </a:lnTo>
                  <a:lnTo>
                    <a:pt x="2174" y="300"/>
                  </a:lnTo>
                  <a:lnTo>
                    <a:pt x="1575" y="600"/>
                  </a:lnTo>
                  <a:lnTo>
                    <a:pt x="1050" y="1050"/>
                  </a:lnTo>
                  <a:lnTo>
                    <a:pt x="600" y="1574"/>
                  </a:lnTo>
                  <a:lnTo>
                    <a:pt x="301" y="2174"/>
                  </a:lnTo>
                  <a:lnTo>
                    <a:pt x="76" y="2848"/>
                  </a:lnTo>
                  <a:lnTo>
                    <a:pt x="1" y="3598"/>
                  </a:lnTo>
                  <a:lnTo>
                    <a:pt x="76" y="4347"/>
                  </a:lnTo>
                  <a:lnTo>
                    <a:pt x="301" y="5022"/>
                  </a:lnTo>
                  <a:lnTo>
                    <a:pt x="600" y="5621"/>
                  </a:lnTo>
                  <a:lnTo>
                    <a:pt x="1050" y="6146"/>
                  </a:lnTo>
                  <a:lnTo>
                    <a:pt x="1575" y="6596"/>
                  </a:lnTo>
                  <a:lnTo>
                    <a:pt x="2174" y="6896"/>
                  </a:lnTo>
                  <a:lnTo>
                    <a:pt x="2849" y="7120"/>
                  </a:lnTo>
                  <a:lnTo>
                    <a:pt x="3598" y="7195"/>
                  </a:lnTo>
                  <a:lnTo>
                    <a:pt x="16639" y="7195"/>
                  </a:lnTo>
                  <a:lnTo>
                    <a:pt x="17313" y="7120"/>
                  </a:lnTo>
                  <a:lnTo>
                    <a:pt x="17988" y="6896"/>
                  </a:lnTo>
                  <a:lnTo>
                    <a:pt x="18587" y="6596"/>
                  </a:lnTo>
                  <a:lnTo>
                    <a:pt x="19112" y="6146"/>
                  </a:lnTo>
                  <a:lnTo>
                    <a:pt x="19562" y="5621"/>
                  </a:lnTo>
                  <a:lnTo>
                    <a:pt x="19861" y="5022"/>
                  </a:lnTo>
                  <a:lnTo>
                    <a:pt x="20086" y="4347"/>
                  </a:lnTo>
                  <a:lnTo>
                    <a:pt x="20161" y="3598"/>
                  </a:lnTo>
                  <a:lnTo>
                    <a:pt x="20086" y="2848"/>
                  </a:lnTo>
                  <a:lnTo>
                    <a:pt x="19861" y="2174"/>
                  </a:lnTo>
                  <a:lnTo>
                    <a:pt x="19562" y="1574"/>
                  </a:lnTo>
                  <a:lnTo>
                    <a:pt x="19112" y="1050"/>
                  </a:lnTo>
                  <a:lnTo>
                    <a:pt x="18587" y="600"/>
                  </a:lnTo>
                  <a:lnTo>
                    <a:pt x="17988" y="300"/>
                  </a:lnTo>
                  <a:lnTo>
                    <a:pt x="17313" y="75"/>
                  </a:lnTo>
                  <a:lnTo>
                    <a:pt x="16639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/>
            <p:cNvSpPr/>
            <p:nvPr/>
          </p:nvSpPr>
          <p:spPr>
            <a:xfrm>
              <a:off x="3008050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5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1" y="1200"/>
                  </a:lnTo>
                  <a:lnTo>
                    <a:pt x="76" y="1575"/>
                  </a:lnTo>
                  <a:lnTo>
                    <a:pt x="1" y="2024"/>
                  </a:lnTo>
                  <a:lnTo>
                    <a:pt x="76" y="2399"/>
                  </a:lnTo>
                  <a:lnTo>
                    <a:pt x="151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5" y="3973"/>
                  </a:lnTo>
                  <a:lnTo>
                    <a:pt x="2399" y="3973"/>
                  </a:lnTo>
                  <a:lnTo>
                    <a:pt x="2774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4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/>
            <p:cNvSpPr/>
            <p:nvPr/>
          </p:nvSpPr>
          <p:spPr>
            <a:xfrm>
              <a:off x="3566400" y="434850"/>
              <a:ext cx="487175" cy="76850"/>
            </a:xfrm>
            <a:custGeom>
              <a:avLst/>
              <a:gdLst/>
              <a:ahLst/>
              <a:cxnLst/>
              <a:rect l="l" t="t" r="r" b="b"/>
              <a:pathLst>
                <a:path w="19487" h="3074" extrusionOk="0">
                  <a:moveTo>
                    <a:pt x="1275" y="0"/>
                  </a:moveTo>
                  <a:lnTo>
                    <a:pt x="1050" y="75"/>
                  </a:lnTo>
                  <a:lnTo>
                    <a:pt x="750" y="150"/>
                  </a:lnTo>
                  <a:lnTo>
                    <a:pt x="525" y="300"/>
                  </a:lnTo>
                  <a:lnTo>
                    <a:pt x="375" y="450"/>
                  </a:lnTo>
                  <a:lnTo>
                    <a:pt x="225" y="675"/>
                  </a:lnTo>
                  <a:lnTo>
                    <a:pt x="75" y="975"/>
                  </a:lnTo>
                  <a:lnTo>
                    <a:pt x="1" y="1274"/>
                  </a:lnTo>
                  <a:lnTo>
                    <a:pt x="1" y="1574"/>
                  </a:lnTo>
                  <a:lnTo>
                    <a:pt x="1" y="1874"/>
                  </a:lnTo>
                  <a:lnTo>
                    <a:pt x="75" y="2174"/>
                  </a:lnTo>
                  <a:lnTo>
                    <a:pt x="225" y="2399"/>
                  </a:lnTo>
                  <a:lnTo>
                    <a:pt x="375" y="2623"/>
                  </a:lnTo>
                  <a:lnTo>
                    <a:pt x="525" y="2773"/>
                  </a:lnTo>
                  <a:lnTo>
                    <a:pt x="750" y="2923"/>
                  </a:lnTo>
                  <a:lnTo>
                    <a:pt x="1050" y="2998"/>
                  </a:lnTo>
                  <a:lnTo>
                    <a:pt x="1275" y="3073"/>
                  </a:lnTo>
                  <a:lnTo>
                    <a:pt x="18137" y="3073"/>
                  </a:lnTo>
                  <a:lnTo>
                    <a:pt x="18437" y="2998"/>
                  </a:lnTo>
                  <a:lnTo>
                    <a:pt x="18662" y="2923"/>
                  </a:lnTo>
                  <a:lnTo>
                    <a:pt x="18887" y="2773"/>
                  </a:lnTo>
                  <a:lnTo>
                    <a:pt x="19112" y="2623"/>
                  </a:lnTo>
                  <a:lnTo>
                    <a:pt x="19262" y="2399"/>
                  </a:lnTo>
                  <a:lnTo>
                    <a:pt x="19337" y="2174"/>
                  </a:lnTo>
                  <a:lnTo>
                    <a:pt x="19412" y="1874"/>
                  </a:lnTo>
                  <a:lnTo>
                    <a:pt x="19486" y="1574"/>
                  </a:lnTo>
                  <a:lnTo>
                    <a:pt x="19412" y="1274"/>
                  </a:lnTo>
                  <a:lnTo>
                    <a:pt x="19337" y="975"/>
                  </a:lnTo>
                  <a:lnTo>
                    <a:pt x="19262" y="675"/>
                  </a:lnTo>
                  <a:lnTo>
                    <a:pt x="19112" y="450"/>
                  </a:lnTo>
                  <a:lnTo>
                    <a:pt x="18887" y="300"/>
                  </a:lnTo>
                  <a:lnTo>
                    <a:pt x="18662" y="150"/>
                  </a:lnTo>
                  <a:lnTo>
                    <a:pt x="18437" y="75"/>
                  </a:lnTo>
                  <a:lnTo>
                    <a:pt x="18137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36" name="Google Shape;436;p30"/>
          <p:cNvPicPr preferRelativeResize="0"/>
          <p:nvPr/>
        </p:nvPicPr>
        <p:blipFill rotWithShape="1">
          <a:blip r:embed="rId3">
            <a:alphaModFix/>
          </a:blip>
          <a:srcRect b="23786"/>
          <a:stretch/>
        </p:blipFill>
        <p:spPr>
          <a:xfrm>
            <a:off x="6009125" y="756087"/>
            <a:ext cx="2025525" cy="363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30"/>
          <p:cNvSpPr txBox="1">
            <a:spLocks noGrp="1"/>
          </p:cNvSpPr>
          <p:nvPr>
            <p:ph type="body" idx="4294967295"/>
          </p:nvPr>
        </p:nvSpPr>
        <p:spPr>
          <a:xfrm>
            <a:off x="2737000" y="373650"/>
            <a:ext cx="22824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/>
              <a:t>Cleaned Airbnb housing data in SQL. Standardized formats, removed duplicates, and parsed address fields for analysis.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31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grpSp>
        <p:nvGrpSpPr>
          <p:cNvPr id="443" name="Google Shape;443;p31"/>
          <p:cNvGrpSpPr/>
          <p:nvPr/>
        </p:nvGrpSpPr>
        <p:grpSpPr>
          <a:xfrm>
            <a:off x="5468902" y="465959"/>
            <a:ext cx="2736410" cy="4222433"/>
            <a:chOff x="2112475" y="238125"/>
            <a:chExt cx="3395050" cy="5238750"/>
          </a:xfrm>
        </p:grpSpPr>
        <p:sp>
          <p:nvSpPr>
            <p:cNvPr id="444" name="Google Shape;444;p31"/>
            <p:cNvSpPr/>
            <p:nvPr/>
          </p:nvSpPr>
          <p:spPr>
            <a:xfrm>
              <a:off x="2112475" y="238125"/>
              <a:ext cx="3395050" cy="5238750"/>
            </a:xfrm>
            <a:custGeom>
              <a:avLst/>
              <a:gdLst/>
              <a:ahLst/>
              <a:cxnLst/>
              <a:rect l="l" t="t" r="r" b="b"/>
              <a:pathLst>
                <a:path w="135802" h="209550" extrusionOk="0">
                  <a:moveTo>
                    <a:pt x="132205" y="18886"/>
                  </a:moveTo>
                  <a:lnTo>
                    <a:pt x="132205" y="190364"/>
                  </a:lnTo>
                  <a:lnTo>
                    <a:pt x="3597" y="190364"/>
                  </a:lnTo>
                  <a:lnTo>
                    <a:pt x="3597" y="18886"/>
                  </a:lnTo>
                  <a:close/>
                  <a:moveTo>
                    <a:pt x="8019" y="0"/>
                  </a:moveTo>
                  <a:lnTo>
                    <a:pt x="7270" y="75"/>
                  </a:lnTo>
                  <a:lnTo>
                    <a:pt x="6445" y="150"/>
                  </a:lnTo>
                  <a:lnTo>
                    <a:pt x="5696" y="375"/>
                  </a:lnTo>
                  <a:lnTo>
                    <a:pt x="4946" y="600"/>
                  </a:lnTo>
                  <a:lnTo>
                    <a:pt x="4197" y="974"/>
                  </a:lnTo>
                  <a:lnTo>
                    <a:pt x="3522" y="1349"/>
                  </a:lnTo>
                  <a:lnTo>
                    <a:pt x="2923" y="1874"/>
                  </a:lnTo>
                  <a:lnTo>
                    <a:pt x="2323" y="2323"/>
                  </a:lnTo>
                  <a:lnTo>
                    <a:pt x="1874" y="2923"/>
                  </a:lnTo>
                  <a:lnTo>
                    <a:pt x="1349" y="3522"/>
                  </a:lnTo>
                  <a:lnTo>
                    <a:pt x="974" y="4197"/>
                  </a:lnTo>
                  <a:lnTo>
                    <a:pt x="600" y="4946"/>
                  </a:lnTo>
                  <a:lnTo>
                    <a:pt x="375" y="5696"/>
                  </a:lnTo>
                  <a:lnTo>
                    <a:pt x="150" y="6445"/>
                  </a:lnTo>
                  <a:lnTo>
                    <a:pt x="75" y="7270"/>
                  </a:lnTo>
                  <a:lnTo>
                    <a:pt x="0" y="8019"/>
                  </a:lnTo>
                  <a:lnTo>
                    <a:pt x="0" y="201531"/>
                  </a:lnTo>
                  <a:lnTo>
                    <a:pt x="75" y="202280"/>
                  </a:lnTo>
                  <a:lnTo>
                    <a:pt x="150" y="203105"/>
                  </a:lnTo>
                  <a:lnTo>
                    <a:pt x="375" y="203854"/>
                  </a:lnTo>
                  <a:lnTo>
                    <a:pt x="600" y="204604"/>
                  </a:lnTo>
                  <a:lnTo>
                    <a:pt x="974" y="205353"/>
                  </a:lnTo>
                  <a:lnTo>
                    <a:pt x="1349" y="206028"/>
                  </a:lnTo>
                  <a:lnTo>
                    <a:pt x="1874" y="206627"/>
                  </a:lnTo>
                  <a:lnTo>
                    <a:pt x="2323" y="207227"/>
                  </a:lnTo>
                  <a:lnTo>
                    <a:pt x="2923" y="207676"/>
                  </a:lnTo>
                  <a:lnTo>
                    <a:pt x="3522" y="208201"/>
                  </a:lnTo>
                  <a:lnTo>
                    <a:pt x="4197" y="208576"/>
                  </a:lnTo>
                  <a:lnTo>
                    <a:pt x="4946" y="208950"/>
                  </a:lnTo>
                  <a:lnTo>
                    <a:pt x="5696" y="209175"/>
                  </a:lnTo>
                  <a:lnTo>
                    <a:pt x="6445" y="209400"/>
                  </a:lnTo>
                  <a:lnTo>
                    <a:pt x="7270" y="209475"/>
                  </a:lnTo>
                  <a:lnTo>
                    <a:pt x="8019" y="209550"/>
                  </a:lnTo>
                  <a:lnTo>
                    <a:pt x="127783" y="209550"/>
                  </a:lnTo>
                  <a:lnTo>
                    <a:pt x="128532" y="209475"/>
                  </a:lnTo>
                  <a:lnTo>
                    <a:pt x="129357" y="209400"/>
                  </a:lnTo>
                  <a:lnTo>
                    <a:pt x="130106" y="209175"/>
                  </a:lnTo>
                  <a:lnTo>
                    <a:pt x="130856" y="208950"/>
                  </a:lnTo>
                  <a:lnTo>
                    <a:pt x="131605" y="208576"/>
                  </a:lnTo>
                  <a:lnTo>
                    <a:pt x="132280" y="208201"/>
                  </a:lnTo>
                  <a:lnTo>
                    <a:pt x="132879" y="207676"/>
                  </a:lnTo>
                  <a:lnTo>
                    <a:pt x="133479" y="207227"/>
                  </a:lnTo>
                  <a:lnTo>
                    <a:pt x="133928" y="206627"/>
                  </a:lnTo>
                  <a:lnTo>
                    <a:pt x="134453" y="206028"/>
                  </a:lnTo>
                  <a:lnTo>
                    <a:pt x="134828" y="205353"/>
                  </a:lnTo>
                  <a:lnTo>
                    <a:pt x="135202" y="204604"/>
                  </a:lnTo>
                  <a:lnTo>
                    <a:pt x="135427" y="203854"/>
                  </a:lnTo>
                  <a:lnTo>
                    <a:pt x="135652" y="203105"/>
                  </a:lnTo>
                  <a:lnTo>
                    <a:pt x="135727" y="202280"/>
                  </a:lnTo>
                  <a:lnTo>
                    <a:pt x="135802" y="201531"/>
                  </a:lnTo>
                  <a:lnTo>
                    <a:pt x="135802" y="8019"/>
                  </a:lnTo>
                  <a:lnTo>
                    <a:pt x="135727" y="7270"/>
                  </a:lnTo>
                  <a:lnTo>
                    <a:pt x="135652" y="6445"/>
                  </a:lnTo>
                  <a:lnTo>
                    <a:pt x="135427" y="5696"/>
                  </a:lnTo>
                  <a:lnTo>
                    <a:pt x="135202" y="4946"/>
                  </a:lnTo>
                  <a:lnTo>
                    <a:pt x="134828" y="4197"/>
                  </a:lnTo>
                  <a:lnTo>
                    <a:pt x="134453" y="3522"/>
                  </a:lnTo>
                  <a:lnTo>
                    <a:pt x="133928" y="2923"/>
                  </a:lnTo>
                  <a:lnTo>
                    <a:pt x="133479" y="2323"/>
                  </a:lnTo>
                  <a:lnTo>
                    <a:pt x="132879" y="1874"/>
                  </a:lnTo>
                  <a:lnTo>
                    <a:pt x="132280" y="1349"/>
                  </a:lnTo>
                  <a:lnTo>
                    <a:pt x="131605" y="974"/>
                  </a:lnTo>
                  <a:lnTo>
                    <a:pt x="130856" y="600"/>
                  </a:lnTo>
                  <a:lnTo>
                    <a:pt x="130106" y="375"/>
                  </a:lnTo>
                  <a:lnTo>
                    <a:pt x="129357" y="150"/>
                  </a:lnTo>
                  <a:lnTo>
                    <a:pt x="128532" y="75"/>
                  </a:lnTo>
                  <a:lnTo>
                    <a:pt x="127783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3671350" y="5147100"/>
              <a:ext cx="279175" cy="179900"/>
            </a:xfrm>
            <a:custGeom>
              <a:avLst/>
              <a:gdLst/>
              <a:ahLst/>
              <a:cxnLst/>
              <a:rect l="l" t="t" r="r" b="b"/>
              <a:pathLst>
                <a:path w="11167" h="7196" extrusionOk="0">
                  <a:moveTo>
                    <a:pt x="3597" y="0"/>
                  </a:moveTo>
                  <a:lnTo>
                    <a:pt x="2848" y="75"/>
                  </a:lnTo>
                  <a:lnTo>
                    <a:pt x="2173" y="300"/>
                  </a:lnTo>
                  <a:lnTo>
                    <a:pt x="1574" y="600"/>
                  </a:lnTo>
                  <a:lnTo>
                    <a:pt x="1049" y="1050"/>
                  </a:lnTo>
                  <a:lnTo>
                    <a:pt x="600" y="1574"/>
                  </a:lnTo>
                  <a:lnTo>
                    <a:pt x="300" y="2174"/>
                  </a:lnTo>
                  <a:lnTo>
                    <a:pt x="75" y="2848"/>
                  </a:lnTo>
                  <a:lnTo>
                    <a:pt x="0" y="3598"/>
                  </a:lnTo>
                  <a:lnTo>
                    <a:pt x="75" y="4347"/>
                  </a:lnTo>
                  <a:lnTo>
                    <a:pt x="300" y="5022"/>
                  </a:lnTo>
                  <a:lnTo>
                    <a:pt x="600" y="5621"/>
                  </a:lnTo>
                  <a:lnTo>
                    <a:pt x="1049" y="6146"/>
                  </a:lnTo>
                  <a:lnTo>
                    <a:pt x="1574" y="6596"/>
                  </a:lnTo>
                  <a:lnTo>
                    <a:pt x="2173" y="6896"/>
                  </a:lnTo>
                  <a:lnTo>
                    <a:pt x="2848" y="7120"/>
                  </a:lnTo>
                  <a:lnTo>
                    <a:pt x="3597" y="7195"/>
                  </a:lnTo>
                  <a:lnTo>
                    <a:pt x="7644" y="7195"/>
                  </a:lnTo>
                  <a:lnTo>
                    <a:pt x="8319" y="7120"/>
                  </a:lnTo>
                  <a:lnTo>
                    <a:pt x="8994" y="6896"/>
                  </a:lnTo>
                  <a:lnTo>
                    <a:pt x="9593" y="6596"/>
                  </a:lnTo>
                  <a:lnTo>
                    <a:pt x="10118" y="6146"/>
                  </a:lnTo>
                  <a:lnTo>
                    <a:pt x="10567" y="5621"/>
                  </a:lnTo>
                  <a:lnTo>
                    <a:pt x="10867" y="5022"/>
                  </a:lnTo>
                  <a:lnTo>
                    <a:pt x="11092" y="4347"/>
                  </a:lnTo>
                  <a:lnTo>
                    <a:pt x="11167" y="3598"/>
                  </a:lnTo>
                  <a:lnTo>
                    <a:pt x="11092" y="2848"/>
                  </a:lnTo>
                  <a:lnTo>
                    <a:pt x="10867" y="2174"/>
                  </a:lnTo>
                  <a:lnTo>
                    <a:pt x="10567" y="1574"/>
                  </a:lnTo>
                  <a:lnTo>
                    <a:pt x="10118" y="1050"/>
                  </a:lnTo>
                  <a:lnTo>
                    <a:pt x="9593" y="600"/>
                  </a:lnTo>
                  <a:lnTo>
                    <a:pt x="8994" y="300"/>
                  </a:lnTo>
                  <a:lnTo>
                    <a:pt x="8319" y="75"/>
                  </a:lnTo>
                  <a:lnTo>
                    <a:pt x="7644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1"/>
            <p:cNvSpPr/>
            <p:nvPr/>
          </p:nvSpPr>
          <p:spPr>
            <a:xfrm>
              <a:off x="3650725" y="446100"/>
              <a:ext cx="54375" cy="54350"/>
            </a:xfrm>
            <a:custGeom>
              <a:avLst/>
              <a:gdLst/>
              <a:ahLst/>
              <a:cxnLst/>
              <a:rect l="l" t="t" r="r" b="b"/>
              <a:pathLst>
                <a:path w="2175" h="2174" extrusionOk="0">
                  <a:moveTo>
                    <a:pt x="1125" y="0"/>
                  </a:moveTo>
                  <a:lnTo>
                    <a:pt x="825" y="75"/>
                  </a:lnTo>
                  <a:lnTo>
                    <a:pt x="675" y="75"/>
                  </a:lnTo>
                  <a:lnTo>
                    <a:pt x="450" y="225"/>
                  </a:lnTo>
                  <a:lnTo>
                    <a:pt x="300" y="300"/>
                  </a:lnTo>
                  <a:lnTo>
                    <a:pt x="225" y="525"/>
                  </a:lnTo>
                  <a:lnTo>
                    <a:pt x="76" y="675"/>
                  </a:lnTo>
                  <a:lnTo>
                    <a:pt x="1" y="824"/>
                  </a:lnTo>
                  <a:lnTo>
                    <a:pt x="1" y="1124"/>
                  </a:lnTo>
                  <a:lnTo>
                    <a:pt x="1" y="1349"/>
                  </a:lnTo>
                  <a:lnTo>
                    <a:pt x="76" y="1499"/>
                  </a:lnTo>
                  <a:lnTo>
                    <a:pt x="225" y="1649"/>
                  </a:lnTo>
                  <a:lnTo>
                    <a:pt x="300" y="1874"/>
                  </a:lnTo>
                  <a:lnTo>
                    <a:pt x="450" y="2024"/>
                  </a:lnTo>
                  <a:lnTo>
                    <a:pt x="675" y="2099"/>
                  </a:lnTo>
                  <a:lnTo>
                    <a:pt x="825" y="2173"/>
                  </a:lnTo>
                  <a:lnTo>
                    <a:pt x="1275" y="2173"/>
                  </a:lnTo>
                  <a:lnTo>
                    <a:pt x="1500" y="2099"/>
                  </a:lnTo>
                  <a:lnTo>
                    <a:pt x="1649" y="2024"/>
                  </a:lnTo>
                  <a:lnTo>
                    <a:pt x="1799" y="1874"/>
                  </a:lnTo>
                  <a:lnTo>
                    <a:pt x="1949" y="1649"/>
                  </a:lnTo>
                  <a:lnTo>
                    <a:pt x="2099" y="1499"/>
                  </a:lnTo>
                  <a:lnTo>
                    <a:pt x="2099" y="1349"/>
                  </a:lnTo>
                  <a:lnTo>
                    <a:pt x="2174" y="1124"/>
                  </a:lnTo>
                  <a:lnTo>
                    <a:pt x="2099" y="824"/>
                  </a:lnTo>
                  <a:lnTo>
                    <a:pt x="2099" y="675"/>
                  </a:lnTo>
                  <a:lnTo>
                    <a:pt x="1949" y="525"/>
                  </a:lnTo>
                  <a:lnTo>
                    <a:pt x="1799" y="300"/>
                  </a:lnTo>
                  <a:lnTo>
                    <a:pt x="1649" y="225"/>
                  </a:lnTo>
                  <a:lnTo>
                    <a:pt x="1500" y="75"/>
                  </a:lnTo>
                  <a:lnTo>
                    <a:pt x="1275" y="75"/>
                  </a:lnTo>
                  <a:lnTo>
                    <a:pt x="1125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1"/>
            <p:cNvSpPr/>
            <p:nvPr/>
          </p:nvSpPr>
          <p:spPr>
            <a:xfrm>
              <a:off x="3761275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4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0" y="1200"/>
                  </a:lnTo>
                  <a:lnTo>
                    <a:pt x="75" y="1575"/>
                  </a:lnTo>
                  <a:lnTo>
                    <a:pt x="0" y="2024"/>
                  </a:lnTo>
                  <a:lnTo>
                    <a:pt x="75" y="2399"/>
                  </a:lnTo>
                  <a:lnTo>
                    <a:pt x="150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4" y="3973"/>
                  </a:lnTo>
                  <a:lnTo>
                    <a:pt x="2399" y="3973"/>
                  </a:lnTo>
                  <a:lnTo>
                    <a:pt x="2773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3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8" name="Google Shape;448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6488" y="839688"/>
            <a:ext cx="2597800" cy="3463726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31"/>
          <p:cNvSpPr txBox="1">
            <a:spLocks noGrp="1"/>
          </p:cNvSpPr>
          <p:nvPr>
            <p:ph type="body" idx="4294967295"/>
          </p:nvPr>
        </p:nvSpPr>
        <p:spPr>
          <a:xfrm>
            <a:off x="855300" y="373650"/>
            <a:ext cx="16017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rPr>
              <a:t>DATA EXPLORATION IN SQL</a:t>
            </a:r>
            <a:endParaRPr sz="2600"/>
          </a:p>
        </p:txBody>
      </p:sp>
      <p:sp>
        <p:nvSpPr>
          <p:cNvPr id="450" name="Google Shape;450;p31"/>
          <p:cNvSpPr txBox="1">
            <a:spLocks noGrp="1"/>
          </p:cNvSpPr>
          <p:nvPr>
            <p:ph type="body" idx="4294967295"/>
          </p:nvPr>
        </p:nvSpPr>
        <p:spPr>
          <a:xfrm>
            <a:off x="2737000" y="373650"/>
            <a:ext cx="22824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/>
              <a:t>Explored Covid-19 dataset using SQL. Analyzed infection rates, mortality trends, and vaccination data across regions.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32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  <p:grpSp>
        <p:nvGrpSpPr>
          <p:cNvPr id="456" name="Google Shape;456;p32"/>
          <p:cNvGrpSpPr/>
          <p:nvPr/>
        </p:nvGrpSpPr>
        <p:grpSpPr>
          <a:xfrm>
            <a:off x="4243174" y="1241129"/>
            <a:ext cx="4542205" cy="2661224"/>
            <a:chOff x="4243174" y="1241129"/>
            <a:chExt cx="4542205" cy="2661224"/>
          </a:xfrm>
        </p:grpSpPr>
        <p:sp>
          <p:nvSpPr>
            <p:cNvPr id="457" name="Google Shape;457;p32"/>
            <p:cNvSpPr/>
            <p:nvPr/>
          </p:nvSpPr>
          <p:spPr>
            <a:xfrm>
              <a:off x="4614624" y="1241129"/>
              <a:ext cx="3797910" cy="2542169"/>
            </a:xfrm>
            <a:custGeom>
              <a:avLst/>
              <a:gdLst/>
              <a:ahLst/>
              <a:cxnLst/>
              <a:rect l="l" t="t" r="r" b="b"/>
              <a:pathLst>
                <a:path w="5161606" h="3454973" extrusionOk="0">
                  <a:moveTo>
                    <a:pt x="4992053" y="0"/>
                  </a:moveTo>
                  <a:lnTo>
                    <a:pt x="170498" y="0"/>
                  </a:lnTo>
                  <a:cubicBezTo>
                    <a:pt x="76200" y="0"/>
                    <a:pt x="0" y="76143"/>
                    <a:pt x="0" y="170369"/>
                  </a:cubicBezTo>
                  <a:lnTo>
                    <a:pt x="0" y="3396915"/>
                  </a:lnTo>
                  <a:cubicBezTo>
                    <a:pt x="0" y="3429275"/>
                    <a:pt x="26670" y="3454973"/>
                    <a:pt x="58102" y="3454973"/>
                  </a:cubicBezTo>
                  <a:lnTo>
                    <a:pt x="5103495" y="3454973"/>
                  </a:lnTo>
                  <a:cubicBezTo>
                    <a:pt x="5135880" y="3454973"/>
                    <a:pt x="5161598" y="3428324"/>
                    <a:pt x="5161598" y="3396915"/>
                  </a:cubicBezTo>
                  <a:lnTo>
                    <a:pt x="5161598" y="170369"/>
                  </a:lnTo>
                  <a:cubicBezTo>
                    <a:pt x="5162550" y="76143"/>
                    <a:pt x="5086350" y="0"/>
                    <a:pt x="4992053" y="0"/>
                  </a:cubicBezTo>
                  <a:close/>
                  <a:moveTo>
                    <a:pt x="4981575" y="3245581"/>
                  </a:moveTo>
                  <a:lnTo>
                    <a:pt x="190500" y="3245581"/>
                  </a:lnTo>
                  <a:lnTo>
                    <a:pt x="190500" y="199874"/>
                  </a:lnTo>
                  <a:lnTo>
                    <a:pt x="4981575" y="199874"/>
                  </a:lnTo>
                  <a:lnTo>
                    <a:pt x="4981575" y="324558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" name="Google Shape;458;p32"/>
            <p:cNvSpPr/>
            <p:nvPr/>
          </p:nvSpPr>
          <p:spPr>
            <a:xfrm>
              <a:off x="4243174" y="3832321"/>
              <a:ext cx="4542205" cy="70032"/>
            </a:xfrm>
            <a:custGeom>
              <a:avLst/>
              <a:gdLst/>
              <a:ahLst/>
              <a:cxnLst/>
              <a:rect l="l" t="t" r="r" b="b"/>
              <a:pathLst>
                <a:path w="6173152" h="95178" extrusionOk="0">
                  <a:moveTo>
                    <a:pt x="0" y="0"/>
                  </a:moveTo>
                  <a:cubicBezTo>
                    <a:pt x="0" y="0"/>
                    <a:pt x="129540" y="95178"/>
                    <a:pt x="450533" y="95178"/>
                  </a:cubicBezTo>
                  <a:lnTo>
                    <a:pt x="5817870" y="95178"/>
                  </a:lnTo>
                  <a:cubicBezTo>
                    <a:pt x="5948363" y="95178"/>
                    <a:pt x="6173153" y="0"/>
                    <a:pt x="617315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" name="Google Shape;459;p32"/>
            <p:cNvSpPr/>
            <p:nvPr/>
          </p:nvSpPr>
          <p:spPr>
            <a:xfrm>
              <a:off x="4243174" y="3776295"/>
              <a:ext cx="4541505" cy="56025"/>
            </a:xfrm>
            <a:custGeom>
              <a:avLst/>
              <a:gdLst/>
              <a:ahLst/>
              <a:cxnLst/>
              <a:rect l="l" t="t" r="r" b="b"/>
              <a:pathLst>
                <a:path w="6172200" h="76142" extrusionOk="0">
                  <a:moveTo>
                    <a:pt x="0" y="76143"/>
                  </a:moveTo>
                  <a:lnTo>
                    <a:pt x="6172200" y="76143"/>
                  </a:lnTo>
                  <a:lnTo>
                    <a:pt x="61722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" name="Google Shape;460;p32"/>
            <p:cNvSpPr/>
            <p:nvPr/>
          </p:nvSpPr>
          <p:spPr>
            <a:xfrm>
              <a:off x="6177518" y="3776295"/>
              <a:ext cx="665106" cy="35016"/>
            </a:xfrm>
            <a:custGeom>
              <a:avLst/>
              <a:gdLst/>
              <a:ahLst/>
              <a:cxnLst/>
              <a:rect l="l" t="t" r="r" b="b"/>
              <a:pathLst>
                <a:path w="903922" h="47589" extrusionOk="0">
                  <a:moveTo>
                    <a:pt x="0" y="0"/>
                  </a:moveTo>
                  <a:cubicBezTo>
                    <a:pt x="0" y="0"/>
                    <a:pt x="26670" y="47589"/>
                    <a:pt x="53340" y="47589"/>
                  </a:cubicBezTo>
                  <a:lnTo>
                    <a:pt x="850582" y="47589"/>
                  </a:lnTo>
                  <a:cubicBezTo>
                    <a:pt x="877253" y="47589"/>
                    <a:pt x="903922" y="0"/>
                    <a:pt x="90392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61" name="Google Shape;461;p32"/>
          <p:cNvPicPr preferRelativeResize="0"/>
          <p:nvPr/>
        </p:nvPicPr>
        <p:blipFill rotWithShape="1">
          <a:blip r:embed="rId3">
            <a:alphaModFix/>
          </a:blip>
          <a:srcRect b="6620"/>
          <a:stretch/>
        </p:blipFill>
        <p:spPr>
          <a:xfrm>
            <a:off x="4750350" y="1387850"/>
            <a:ext cx="3530550" cy="2242675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32"/>
          <p:cNvSpPr txBox="1">
            <a:spLocks noGrp="1"/>
          </p:cNvSpPr>
          <p:nvPr>
            <p:ph type="body" idx="4294967295"/>
          </p:nvPr>
        </p:nvSpPr>
        <p:spPr>
          <a:xfrm>
            <a:off x="855300" y="373650"/>
            <a:ext cx="16017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rPr>
              <a:t>TABLEAU DASHBOARDS</a:t>
            </a:r>
            <a:endParaRPr sz="2600"/>
          </a:p>
        </p:txBody>
      </p:sp>
      <p:sp>
        <p:nvSpPr>
          <p:cNvPr id="463" name="Google Shape;463;p32"/>
          <p:cNvSpPr txBox="1">
            <a:spLocks noGrp="1"/>
          </p:cNvSpPr>
          <p:nvPr>
            <p:ph type="body" idx="4294967295"/>
          </p:nvPr>
        </p:nvSpPr>
        <p:spPr>
          <a:xfrm>
            <a:off x="2737000" y="373650"/>
            <a:ext cx="18420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/>
              <a:t>Interactive Tableau dashboards for Airbnb market analysis including pricing trends, location insights, and revenue visualization.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33"/>
          <p:cNvPicPr preferRelativeResize="0"/>
          <p:nvPr/>
        </p:nvPicPr>
        <p:blipFill>
          <a:blip r:embed="rId4">
            <a:alphaModFix amt="97000"/>
          </a:blip>
          <a:srcRect l="5670" r="6097"/>
          <a:stretch>
            <a:fillRect/>
          </a:stretch>
        </p:blipFill>
        <p:spPr>
          <a:xfrm>
            <a:off x="2651760" y="0"/>
            <a:ext cx="6583680" cy="5096950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33"/>
          <p:cNvSpPr txBox="1">
            <a:spLocks noGrp="1"/>
          </p:cNvSpPr>
          <p:nvPr>
            <p:ph type="ctrTitle" idx="4294967295"/>
          </p:nvPr>
        </p:nvSpPr>
        <p:spPr>
          <a:xfrm>
            <a:off x="855300" y="1991850"/>
            <a:ext cx="26067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THANKS!</a:t>
            </a:r>
            <a:endParaRPr sz="4800"/>
          </a:p>
        </p:txBody>
      </p:sp>
      <p:sp>
        <p:nvSpPr>
          <p:cNvPr id="470" name="Google Shape;470;p33"/>
          <p:cNvSpPr txBox="1">
            <a:spLocks noGrp="1"/>
          </p:cNvSpPr>
          <p:nvPr>
            <p:ph type="subTitle" idx="4294967295"/>
          </p:nvPr>
        </p:nvSpPr>
        <p:spPr>
          <a:xfrm>
            <a:off x="500000" y="3200000"/>
            <a:ext cx="3200000" cy="1600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>
                <a:solidFill>
                  <a:schemeClr val="accent2"/>
                </a:solidFill>
              </a:rPr>
              <a:t>Tracey Scott
(864) 775-2929
traceysscott82@gmail.com
linkedin.com/in/traceysscott
cybertrace777.github.io</a:t>
            </a:r>
            <a:endParaRPr sz="1800">
              <a:solidFill>
                <a:schemeClr val="accent2"/>
              </a:solidFill>
            </a:endParaRPr>
          </a:p>
        </p:txBody>
      </p:sp>
      <p:sp>
        <p:nvSpPr>
          <p:cNvPr id="471" name="Google Shape;471;p33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ola template">
  <a:themeElements>
    <a:clrScheme name="Custom 347">
      <a:dk1>
        <a:srgbClr val="FFFFFF"/>
      </a:dk1>
      <a:lt1>
        <a:srgbClr val="0E0918"/>
      </a:lt1>
      <a:dk2>
        <a:srgbClr val="D1C8DA"/>
      </a:dk2>
      <a:lt2>
        <a:srgbClr val="8870A0"/>
      </a:lt2>
      <a:accent1>
        <a:srgbClr val="FF9E44"/>
      </a:accent1>
      <a:accent2>
        <a:srgbClr val="FF4093"/>
      </a:accent2>
      <a:accent3>
        <a:srgbClr val="C06EE2"/>
      </a:accent3>
      <a:accent4>
        <a:srgbClr val="5AA5DA"/>
      </a:accent4>
      <a:accent5>
        <a:srgbClr val="572D7E"/>
      </a:accent5>
      <a:accent6>
        <a:srgbClr val="0E0918"/>
      </a:accent6>
      <a:hlink>
        <a:srgbClr val="FFFFFF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1062</TotalTime>
  <Words>1743</Words>
  <Application>Microsoft Macintosh PowerPoint</Application>
  <PresentationFormat>On-screen Show (16:9)</PresentationFormat>
  <Paragraphs>369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Montserrat</vt:lpstr>
      <vt:lpstr>Calibri</vt:lpstr>
      <vt:lpstr>Barlow Light</vt:lpstr>
      <vt:lpstr>Barlow</vt:lpstr>
      <vt:lpstr>Minola template</vt:lpstr>
      <vt:lpstr>THIS IS YOUR PRESENTATION TITLE</vt:lpstr>
      <vt:lpstr>INSTRUCTIONS FOR USE</vt:lpstr>
      <vt:lpstr>HELLO!</vt:lpstr>
      <vt:lpstr>1 TRANSITION HEADLINE</vt:lpstr>
      <vt:lpstr>PowerPoint Presentation</vt:lpstr>
      <vt:lpstr>THIS IS A SLIDE TITLE</vt:lpstr>
      <vt:lpstr>BIG CONCEPT</vt:lpstr>
      <vt:lpstr>YOU CAN ALSO SPLIT YOUR CONTENT</vt:lpstr>
      <vt:lpstr>IN TWO OR THREE COLUMNS</vt:lpstr>
      <vt:lpstr>A PICTURE IS WORTH A THOUSAND WORDS</vt:lpstr>
      <vt:lpstr>Want big impact? USE BIG IMAGE.</vt:lpstr>
      <vt:lpstr>USE DIAGRAMS TO EXPLAIN YOUR IDEAS</vt:lpstr>
      <vt:lpstr>AND TABLES TO COMPARE DATA</vt:lpstr>
      <vt:lpstr>MAPS</vt:lpstr>
      <vt:lpstr>89,526,124</vt:lpstr>
      <vt:lpstr>89,526,124$</vt:lpstr>
      <vt:lpstr>OUR PROCESS IS EASY</vt:lpstr>
      <vt:lpstr>LET’S REVIEW SOME CONCEPTS</vt:lpstr>
      <vt:lpstr>PowerPoint Presentation</vt:lpstr>
      <vt:lpstr>PowerPoint Presentation</vt:lpstr>
      <vt:lpstr>PowerPoint Presentation</vt:lpstr>
      <vt:lpstr>PowerPoint Presentation</vt:lpstr>
      <vt:lpstr>THANKS!</vt:lpstr>
      <vt:lpstr>CREDITS</vt:lpstr>
      <vt:lpstr>PRESENTATION DESIGN</vt:lpstr>
      <vt:lpstr>2. EXTRA RESOURCES</vt:lpstr>
      <vt:lpstr>TIMELINE</vt:lpstr>
      <vt:lpstr>ROADMAP</vt:lpstr>
      <vt:lpstr>GANTT CHART</vt:lpstr>
      <vt:lpstr>SWOT ANALYSIS</vt:lpstr>
      <vt:lpstr>BUSINESS MODEL CANVAS</vt:lpstr>
      <vt:lpstr>FUNNEL</vt:lpstr>
      <vt:lpstr>TEAM PRESENTATION</vt:lpstr>
      <vt:lpstr>COMPETITOR MATRIX</vt:lpstr>
      <vt:lpstr>WEEKLY PLANNER</vt:lpstr>
      <vt:lpstr>EXTRA ILLUSTRATIONS</vt:lpstr>
      <vt:lpstr>PowerPoint Presentation</vt:lpstr>
      <vt:lpstr>DIAGRAMS AND INFOGRAPHICS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Scott, Tracey</cp:lastModifiedBy>
  <cp:revision>10</cp:revision>
  <dcterms:modified xsi:type="dcterms:W3CDTF">2026-04-09T23:32:13Z</dcterms:modified>
</cp:coreProperties>
</file>